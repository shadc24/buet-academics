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p:sldMasterIdLst>
    <p:sldMasterId id="2147483691" r:id="rId1"/>
  </p:sldMasterIdLst>
  <p:notesMasterIdLst>
    <p:notesMasterId r:id="rId12"/>
  </p:notesMasterIdLst>
  <p:sldIdLst>
    <p:sldId id="435" r:id="rId2"/>
    <p:sldId id="451" r:id="rId3"/>
    <p:sldId id="452" r:id="rId4"/>
    <p:sldId id="453" r:id="rId5"/>
    <p:sldId id="454" r:id="rId6"/>
    <p:sldId id="455" r:id="rId7"/>
    <p:sldId id="456" r:id="rId8"/>
    <p:sldId id="457" r:id="rId9"/>
    <p:sldId id="460" r:id="rId10"/>
    <p:sldId id="461" r:id="rId11"/>
  </p:sldIdLst>
  <p:sldSz cx="9144000" cy="6858000" type="screen4x3"/>
  <p:notesSz cx="6985000" cy="9283700"/>
  <p:defaultTextStyle>
    <a:defPPr>
      <a:defRPr lang="en-US"/>
    </a:defPPr>
    <a:lvl1pPr algn="l" rtl="0" fontAlgn="base">
      <a:spcBef>
        <a:spcPct val="0"/>
      </a:spcBef>
      <a:spcAft>
        <a:spcPct val="0"/>
      </a:spcAft>
      <a:defRPr b="1" i="1"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b="1" i="1"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b="1" i="1"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b="1" i="1"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b="1" i="1"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b="1" i="1"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b="1" i="1"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b="1" i="1"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b="1" i="1"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91"/>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89" autoAdjust="0"/>
    <p:restoredTop sz="79190" autoAdjust="0"/>
  </p:normalViewPr>
  <p:slideViewPr>
    <p:cSldViewPr>
      <p:cViewPr varScale="1">
        <p:scale>
          <a:sx n="95" d="100"/>
          <a:sy n="95" d="100"/>
        </p:scale>
        <p:origin x="2104"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1AF261-5FE1-2361-68A1-5CC0735D2ED4}"/>
              </a:ext>
            </a:extLst>
          </p:cNvPr>
          <p:cNvSpPr>
            <a:spLocks noGrp="1"/>
          </p:cNvSpPr>
          <p:nvPr>
            <p:ph type="hdr" sz="quarter"/>
          </p:nvPr>
        </p:nvSpPr>
        <p:spPr>
          <a:xfrm>
            <a:off x="0" y="0"/>
            <a:ext cx="3027363" cy="463550"/>
          </a:xfrm>
          <a:prstGeom prst="rect">
            <a:avLst/>
          </a:prstGeom>
        </p:spPr>
        <p:txBody>
          <a:bodyPr vert="horz" lIns="91440" tIns="45720" rIns="91440" bIns="45720" rtlCol="0"/>
          <a:lstStyle>
            <a:lvl1pPr algn="l">
              <a:defRPr sz="1200">
                <a:latin typeface="Arial" charset="0"/>
                <a:cs typeface="Arial" charset="0"/>
              </a:defRPr>
            </a:lvl1pPr>
          </a:lstStyle>
          <a:p>
            <a:pPr>
              <a:defRPr/>
            </a:pPr>
            <a:endParaRPr lang="en-US"/>
          </a:p>
        </p:txBody>
      </p:sp>
      <p:sp>
        <p:nvSpPr>
          <p:cNvPr id="3" name="Date Placeholder 2">
            <a:extLst>
              <a:ext uri="{FF2B5EF4-FFF2-40B4-BE49-F238E27FC236}">
                <a16:creationId xmlns:a16="http://schemas.microsoft.com/office/drawing/2014/main" id="{E7EB21DD-1966-9290-1D89-2F196E270F78}"/>
              </a:ext>
            </a:extLst>
          </p:cNvPr>
          <p:cNvSpPr>
            <a:spLocks noGrp="1"/>
          </p:cNvSpPr>
          <p:nvPr>
            <p:ph type="dt" idx="1"/>
          </p:nvPr>
        </p:nvSpPr>
        <p:spPr>
          <a:xfrm>
            <a:off x="3956050" y="0"/>
            <a:ext cx="3027363" cy="463550"/>
          </a:xfrm>
          <a:prstGeom prst="rect">
            <a:avLst/>
          </a:prstGeom>
        </p:spPr>
        <p:txBody>
          <a:bodyPr vert="horz" lIns="91440" tIns="45720" rIns="91440" bIns="45720" rtlCol="0"/>
          <a:lstStyle>
            <a:lvl1pPr algn="r">
              <a:defRPr sz="1200">
                <a:latin typeface="Arial" charset="0"/>
                <a:cs typeface="Arial" charset="0"/>
              </a:defRPr>
            </a:lvl1pPr>
          </a:lstStyle>
          <a:p>
            <a:pPr>
              <a:defRPr/>
            </a:pPr>
            <a:fld id="{E211A0D1-0D02-F340-9200-E3C21C48E574}" type="datetimeFigureOut">
              <a:rPr lang="en-US"/>
              <a:pPr>
                <a:defRPr/>
              </a:pPr>
              <a:t>2/21/26</a:t>
            </a:fld>
            <a:endParaRPr lang="en-US"/>
          </a:p>
        </p:txBody>
      </p:sp>
      <p:sp>
        <p:nvSpPr>
          <p:cNvPr id="4" name="Slide Image Placeholder 3">
            <a:extLst>
              <a:ext uri="{FF2B5EF4-FFF2-40B4-BE49-F238E27FC236}">
                <a16:creationId xmlns:a16="http://schemas.microsoft.com/office/drawing/2014/main" id="{F03A0892-5735-D333-B651-38158F87D100}"/>
              </a:ext>
            </a:extLst>
          </p:cNvPr>
          <p:cNvSpPr>
            <a:spLocks noGrp="1" noRot="1" noChangeAspect="1"/>
          </p:cNvSpPr>
          <p:nvPr>
            <p:ph type="sldImg" idx="2"/>
          </p:nvPr>
        </p:nvSpPr>
        <p:spPr>
          <a:xfrm>
            <a:off x="1171575" y="696913"/>
            <a:ext cx="4641850" cy="3481387"/>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2A3F57BC-6E23-9742-D582-1637886762A8}"/>
              </a:ext>
            </a:extLst>
          </p:cNvPr>
          <p:cNvSpPr>
            <a:spLocks noGrp="1"/>
          </p:cNvSpPr>
          <p:nvPr>
            <p:ph type="body" sz="quarter" idx="3"/>
          </p:nvPr>
        </p:nvSpPr>
        <p:spPr>
          <a:xfrm>
            <a:off x="698500" y="4410075"/>
            <a:ext cx="5588000" cy="4176713"/>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287E59F2-6939-4B39-1937-9C4E70287ED3}"/>
              </a:ext>
            </a:extLst>
          </p:cNvPr>
          <p:cNvSpPr>
            <a:spLocks noGrp="1"/>
          </p:cNvSpPr>
          <p:nvPr>
            <p:ph type="ftr" sz="quarter" idx="4"/>
          </p:nvPr>
        </p:nvSpPr>
        <p:spPr>
          <a:xfrm>
            <a:off x="0" y="8818563"/>
            <a:ext cx="3027363" cy="463550"/>
          </a:xfrm>
          <a:prstGeom prst="rect">
            <a:avLst/>
          </a:prstGeom>
        </p:spPr>
        <p:txBody>
          <a:bodyPr vert="horz" lIns="91440" tIns="45720" rIns="91440" bIns="45720" rtlCol="0" anchor="b"/>
          <a:lstStyle>
            <a:lvl1pPr algn="l">
              <a:defRPr sz="1200">
                <a:latin typeface="Arial" charset="0"/>
                <a:cs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1D9C9624-DBEC-BE4C-8BFA-2FE72F34627F}"/>
              </a:ext>
            </a:extLst>
          </p:cNvPr>
          <p:cNvSpPr>
            <a:spLocks noGrp="1"/>
          </p:cNvSpPr>
          <p:nvPr>
            <p:ph type="sldNum" sz="quarter" idx="5"/>
          </p:nvPr>
        </p:nvSpPr>
        <p:spPr>
          <a:xfrm>
            <a:off x="3956050" y="8818563"/>
            <a:ext cx="3027363" cy="46355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257463EF-74EC-3742-BA08-316BB2178EC7}" type="slidenum">
              <a:rPr lang="en-US" altLang="en-BD"/>
              <a:pPr/>
              <a:t>‹#›</a:t>
            </a:fld>
            <a:endParaRPr lang="en-US" altLang="en-BD"/>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a:extLst>
              <a:ext uri="{FF2B5EF4-FFF2-40B4-BE49-F238E27FC236}">
                <a16:creationId xmlns:a16="http://schemas.microsoft.com/office/drawing/2014/main" id="{CFB05C56-7724-37F4-38A8-DD15BDAA532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Notes Placeholder 2">
            <a:extLst>
              <a:ext uri="{FF2B5EF4-FFF2-40B4-BE49-F238E27FC236}">
                <a16:creationId xmlns:a16="http://schemas.microsoft.com/office/drawing/2014/main" id="{5BC28549-2834-DB96-4EC1-A7A99AFC293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BD" altLang="en-BD"/>
          </a:p>
        </p:txBody>
      </p:sp>
      <p:sp>
        <p:nvSpPr>
          <p:cNvPr id="39940" name="Slide Number Placeholder 3">
            <a:extLst>
              <a:ext uri="{FF2B5EF4-FFF2-40B4-BE49-F238E27FC236}">
                <a16:creationId xmlns:a16="http://schemas.microsoft.com/office/drawing/2014/main" id="{98786029-0B16-22E2-EABA-B9C621662FF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cs typeface="Arial" panose="020B0604020202020204" pitchFamily="34" charset="0"/>
              </a:defRPr>
            </a:lvl1pPr>
            <a:lvl2pPr marL="742950" indent="-285750" eaLnBrk="0" hangingPunct="0">
              <a:defRPr b="1" i="1">
                <a:solidFill>
                  <a:schemeClr val="tx1"/>
                </a:solidFill>
                <a:latin typeface="Arial" panose="020B0604020202020204" pitchFamily="34" charset="0"/>
                <a:cs typeface="Arial" panose="020B0604020202020204" pitchFamily="34" charset="0"/>
              </a:defRPr>
            </a:lvl2pPr>
            <a:lvl3pPr marL="1143000" indent="-228600" eaLnBrk="0" hangingPunct="0">
              <a:defRPr b="1" i="1">
                <a:solidFill>
                  <a:schemeClr val="tx1"/>
                </a:solidFill>
                <a:latin typeface="Arial" panose="020B0604020202020204" pitchFamily="34" charset="0"/>
                <a:cs typeface="Arial" panose="020B0604020202020204" pitchFamily="34" charset="0"/>
              </a:defRPr>
            </a:lvl3pPr>
            <a:lvl4pPr marL="1600200" indent="-228600" eaLnBrk="0" hangingPunct="0">
              <a:defRPr b="1" i="1">
                <a:solidFill>
                  <a:schemeClr val="tx1"/>
                </a:solidFill>
                <a:latin typeface="Arial" panose="020B0604020202020204" pitchFamily="34" charset="0"/>
                <a:cs typeface="Arial" panose="020B0604020202020204" pitchFamily="34" charset="0"/>
              </a:defRPr>
            </a:lvl4pPr>
            <a:lvl5pPr marL="2057400" indent="-228600" eaLnBrk="0" hangingPunct="0">
              <a:defRPr b="1" i="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9pPr>
          </a:lstStyle>
          <a:p>
            <a:pPr eaLnBrk="1" hangingPunct="1"/>
            <a:fld id="{0921B9CD-600C-F646-9D64-D80B27F3A49C}" type="slidenum">
              <a:rPr lang="en-US" altLang="en-BD"/>
              <a:pPr eaLnBrk="1" hangingPunct="1"/>
              <a:t>1</a:t>
            </a:fld>
            <a:endParaRPr lang="en-US" altLang="en-BD"/>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51B73E1B-4328-B772-3B05-DEED7E7E366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a:extLst>
              <a:ext uri="{FF2B5EF4-FFF2-40B4-BE49-F238E27FC236}">
                <a16:creationId xmlns:a16="http://schemas.microsoft.com/office/drawing/2014/main" id="{E2187A7A-723B-F5FE-40AC-CFABB172DD7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28600" indent="-228600">
              <a:buFont typeface="Calibri" panose="020F0502020204030204" pitchFamily="34" charset="0"/>
              <a:buAutoNum type="arabicPeriod"/>
            </a:pPr>
            <a:r>
              <a:rPr lang="en-US" altLang="en-BD"/>
              <a:t>For any fixed prior that does not rule out the true hypothesis, the posterior probability of any false hypothesis will, under certain technical conditions, eventually vanish. This happens simply because the probability of generating “uncharacteristic” data indefinitely is vanishingly small.</a:t>
            </a:r>
          </a:p>
          <a:p>
            <a:pPr marL="228600" indent="-228600">
              <a:buFont typeface="Calibri" panose="020F0502020204030204" pitchFamily="34" charset="0"/>
              <a:buAutoNum type="arabicPeriod"/>
            </a:pPr>
            <a:r>
              <a:rPr lang="en-US" altLang="en-BD"/>
              <a:t>The optimality of Bayesian learning comes at a price, of course. For real learning problems, the hypothesis space is usually very large or infinite. In some cases, the summation (or integration, in the continuous case) can be carried out tractably, but in most cases we must resort to approximate or simplified methods.</a:t>
            </a:r>
          </a:p>
        </p:txBody>
      </p:sp>
      <p:sp>
        <p:nvSpPr>
          <p:cNvPr id="40964" name="Slide Number Placeholder 3">
            <a:extLst>
              <a:ext uri="{FF2B5EF4-FFF2-40B4-BE49-F238E27FC236}">
                <a16:creationId xmlns:a16="http://schemas.microsoft.com/office/drawing/2014/main" id="{508AB644-F96A-1DC4-A1C3-2F28EE3C1D0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cs typeface="Arial" panose="020B0604020202020204" pitchFamily="34" charset="0"/>
              </a:defRPr>
            </a:lvl1pPr>
            <a:lvl2pPr marL="742950" indent="-285750" eaLnBrk="0" hangingPunct="0">
              <a:defRPr b="1" i="1">
                <a:solidFill>
                  <a:schemeClr val="tx1"/>
                </a:solidFill>
                <a:latin typeface="Arial" panose="020B0604020202020204" pitchFamily="34" charset="0"/>
                <a:cs typeface="Arial" panose="020B0604020202020204" pitchFamily="34" charset="0"/>
              </a:defRPr>
            </a:lvl2pPr>
            <a:lvl3pPr marL="1143000" indent="-228600" eaLnBrk="0" hangingPunct="0">
              <a:defRPr b="1" i="1">
                <a:solidFill>
                  <a:schemeClr val="tx1"/>
                </a:solidFill>
                <a:latin typeface="Arial" panose="020B0604020202020204" pitchFamily="34" charset="0"/>
                <a:cs typeface="Arial" panose="020B0604020202020204" pitchFamily="34" charset="0"/>
              </a:defRPr>
            </a:lvl3pPr>
            <a:lvl4pPr marL="1600200" indent="-228600" eaLnBrk="0" hangingPunct="0">
              <a:defRPr b="1" i="1">
                <a:solidFill>
                  <a:schemeClr val="tx1"/>
                </a:solidFill>
                <a:latin typeface="Arial" panose="020B0604020202020204" pitchFamily="34" charset="0"/>
                <a:cs typeface="Arial" panose="020B0604020202020204" pitchFamily="34" charset="0"/>
              </a:defRPr>
            </a:lvl4pPr>
            <a:lvl5pPr marL="2057400" indent="-228600" eaLnBrk="0" hangingPunct="0">
              <a:defRPr b="1" i="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9pPr>
          </a:lstStyle>
          <a:p>
            <a:pPr eaLnBrk="1" hangingPunct="1"/>
            <a:fld id="{7638A3AA-159C-C64E-B87B-66A84A2C3814}" type="slidenum">
              <a:rPr lang="en-US" altLang="en-BD"/>
              <a:pPr eaLnBrk="1" hangingPunct="1"/>
              <a:t>3</a:t>
            </a:fld>
            <a:endParaRPr lang="en-US" altLang="en-BD"/>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id="{9F95B21A-32BB-40A7-7C01-95A926B4C51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Notes Placeholder 2">
            <a:extLst>
              <a:ext uri="{FF2B5EF4-FFF2-40B4-BE49-F238E27FC236}">
                <a16:creationId xmlns:a16="http://schemas.microsoft.com/office/drawing/2014/main" id="{2FE55169-AC12-22B8-4849-BD1738887B5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28600" indent="-228600">
              <a:buFont typeface="Calibri" panose="020F0502020204030204" pitchFamily="34" charset="0"/>
              <a:buAutoNum type="arabicPeriod"/>
            </a:pPr>
            <a:r>
              <a:rPr lang="en-US" altLang="en-BD"/>
              <a:t>In our candy example, after three lime candies in a row, so the MAP learner then predicts that the fourth candy is lime with probability 1.0—a much more dangerous prediction than the Bayesian prediction of 0.8.</a:t>
            </a:r>
          </a:p>
        </p:txBody>
      </p:sp>
      <p:sp>
        <p:nvSpPr>
          <p:cNvPr id="41988" name="Slide Number Placeholder 3">
            <a:extLst>
              <a:ext uri="{FF2B5EF4-FFF2-40B4-BE49-F238E27FC236}">
                <a16:creationId xmlns:a16="http://schemas.microsoft.com/office/drawing/2014/main" id="{0A976277-F8B1-ED83-7E7F-E6CEB7B758D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cs typeface="Arial" panose="020B0604020202020204" pitchFamily="34" charset="0"/>
              </a:defRPr>
            </a:lvl1pPr>
            <a:lvl2pPr marL="742950" indent="-285750" eaLnBrk="0" hangingPunct="0">
              <a:defRPr b="1" i="1">
                <a:solidFill>
                  <a:schemeClr val="tx1"/>
                </a:solidFill>
                <a:latin typeface="Arial" panose="020B0604020202020204" pitchFamily="34" charset="0"/>
                <a:cs typeface="Arial" panose="020B0604020202020204" pitchFamily="34" charset="0"/>
              </a:defRPr>
            </a:lvl2pPr>
            <a:lvl3pPr marL="1143000" indent="-228600" eaLnBrk="0" hangingPunct="0">
              <a:defRPr b="1" i="1">
                <a:solidFill>
                  <a:schemeClr val="tx1"/>
                </a:solidFill>
                <a:latin typeface="Arial" panose="020B0604020202020204" pitchFamily="34" charset="0"/>
                <a:cs typeface="Arial" panose="020B0604020202020204" pitchFamily="34" charset="0"/>
              </a:defRPr>
            </a:lvl3pPr>
            <a:lvl4pPr marL="1600200" indent="-228600" eaLnBrk="0" hangingPunct="0">
              <a:defRPr b="1" i="1">
                <a:solidFill>
                  <a:schemeClr val="tx1"/>
                </a:solidFill>
                <a:latin typeface="Arial" panose="020B0604020202020204" pitchFamily="34" charset="0"/>
                <a:cs typeface="Arial" panose="020B0604020202020204" pitchFamily="34" charset="0"/>
              </a:defRPr>
            </a:lvl4pPr>
            <a:lvl5pPr marL="2057400" indent="-228600" eaLnBrk="0" hangingPunct="0">
              <a:defRPr b="1" i="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9pPr>
          </a:lstStyle>
          <a:p>
            <a:pPr eaLnBrk="1" hangingPunct="1"/>
            <a:fld id="{5205BF9F-0F34-E14C-9AE4-2266BA6ECA49}" type="slidenum">
              <a:rPr lang="en-US" altLang="en-BD"/>
              <a:pPr eaLnBrk="1" hangingPunct="1"/>
              <a:t>4</a:t>
            </a:fld>
            <a:endParaRPr lang="en-US" altLang="en-BD"/>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9AAA170B-B3D3-0BEE-78D5-4D5CEFA7337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a:extLst>
              <a:ext uri="{FF2B5EF4-FFF2-40B4-BE49-F238E27FC236}">
                <a16:creationId xmlns:a16="http://schemas.microsoft.com/office/drawing/2014/main" id="{E8F97D75-0593-6EE7-B984-5B9FB8FAE4E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28600" indent="-228600">
              <a:buFont typeface="Calibri" panose="020F0502020204030204" pitchFamily="34" charset="0"/>
              <a:buAutoNum type="arabicPeriod"/>
            </a:pPr>
            <a:r>
              <a:rPr lang="en-US" altLang="en-BD"/>
              <a:t>When the data set is large, the prior distribution over hypotheses is less important—the evidence from the data is strong enough to swamp the prior distribution over hypotheses.</a:t>
            </a:r>
          </a:p>
          <a:p>
            <a:pPr marL="228600" indent="-228600">
              <a:buFont typeface="Calibri" panose="020F0502020204030204" pitchFamily="34" charset="0"/>
              <a:buAutoNum type="arabicPeriod"/>
            </a:pPr>
            <a:r>
              <a:rPr lang="en-US" altLang="en-BD"/>
              <a:t>That means maximum likelihood learning is a good approximation to Bayesian and MAP learning with large data sets, but it has problems with small data sets.</a:t>
            </a:r>
          </a:p>
        </p:txBody>
      </p:sp>
      <p:sp>
        <p:nvSpPr>
          <p:cNvPr id="43012" name="Slide Number Placeholder 3">
            <a:extLst>
              <a:ext uri="{FF2B5EF4-FFF2-40B4-BE49-F238E27FC236}">
                <a16:creationId xmlns:a16="http://schemas.microsoft.com/office/drawing/2014/main" id="{C978FE7B-412D-ED33-9088-2B096688A6F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cs typeface="Arial" panose="020B0604020202020204" pitchFamily="34" charset="0"/>
              </a:defRPr>
            </a:lvl1pPr>
            <a:lvl2pPr marL="742950" indent="-285750" eaLnBrk="0" hangingPunct="0">
              <a:defRPr b="1" i="1">
                <a:solidFill>
                  <a:schemeClr val="tx1"/>
                </a:solidFill>
                <a:latin typeface="Arial" panose="020B0604020202020204" pitchFamily="34" charset="0"/>
                <a:cs typeface="Arial" panose="020B0604020202020204" pitchFamily="34" charset="0"/>
              </a:defRPr>
            </a:lvl2pPr>
            <a:lvl3pPr marL="1143000" indent="-228600" eaLnBrk="0" hangingPunct="0">
              <a:defRPr b="1" i="1">
                <a:solidFill>
                  <a:schemeClr val="tx1"/>
                </a:solidFill>
                <a:latin typeface="Arial" panose="020B0604020202020204" pitchFamily="34" charset="0"/>
                <a:cs typeface="Arial" panose="020B0604020202020204" pitchFamily="34" charset="0"/>
              </a:defRPr>
            </a:lvl3pPr>
            <a:lvl4pPr marL="1600200" indent="-228600" eaLnBrk="0" hangingPunct="0">
              <a:defRPr b="1" i="1">
                <a:solidFill>
                  <a:schemeClr val="tx1"/>
                </a:solidFill>
                <a:latin typeface="Arial" panose="020B0604020202020204" pitchFamily="34" charset="0"/>
                <a:cs typeface="Arial" panose="020B0604020202020204" pitchFamily="34" charset="0"/>
              </a:defRPr>
            </a:lvl4pPr>
            <a:lvl5pPr marL="2057400" indent="-228600" eaLnBrk="0" hangingPunct="0">
              <a:defRPr b="1" i="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9pPr>
          </a:lstStyle>
          <a:p>
            <a:pPr eaLnBrk="1" hangingPunct="1"/>
            <a:fld id="{6EEFD0FB-2172-9F41-AF6C-71B5D3E5FA51}" type="slidenum">
              <a:rPr lang="en-US" altLang="en-BD"/>
              <a:pPr eaLnBrk="1" hangingPunct="1"/>
              <a:t>5</a:t>
            </a:fld>
            <a:endParaRPr lang="en-US" altLang="en-BD"/>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a:extLst>
              <a:ext uri="{FF2B5EF4-FFF2-40B4-BE49-F238E27FC236}">
                <a16:creationId xmlns:a16="http://schemas.microsoft.com/office/drawing/2014/main" id="{5903EB0B-568A-C13B-08D0-95C1FA7A1F7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a:extLst>
              <a:ext uri="{FF2B5EF4-FFF2-40B4-BE49-F238E27FC236}">
                <a16:creationId xmlns:a16="http://schemas.microsoft.com/office/drawing/2014/main" id="{B9EB4672-1DC3-687D-DDC0-33D879A5381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28600" indent="-228600">
              <a:buFont typeface="Calibri" panose="020F0502020204030204" pitchFamily="34" charset="0"/>
              <a:buAutoNum type="arabicPeriod"/>
            </a:pPr>
            <a:r>
              <a:rPr lang="en-US" altLang="en-BD"/>
              <a:t>With complete data, the maximum-likelihood parameter learning problem for a Bayesian network decomposes into separate learning problems, one for each parameter</a:t>
            </a:r>
          </a:p>
        </p:txBody>
      </p:sp>
      <p:sp>
        <p:nvSpPr>
          <p:cNvPr id="44036" name="Slide Number Placeholder 3">
            <a:extLst>
              <a:ext uri="{FF2B5EF4-FFF2-40B4-BE49-F238E27FC236}">
                <a16:creationId xmlns:a16="http://schemas.microsoft.com/office/drawing/2014/main" id="{2C745FDD-C00B-34D0-AD78-2E31F1E6F45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cs typeface="Arial" panose="020B0604020202020204" pitchFamily="34" charset="0"/>
              </a:defRPr>
            </a:lvl1pPr>
            <a:lvl2pPr marL="742950" indent="-285750" eaLnBrk="0" hangingPunct="0">
              <a:defRPr b="1" i="1">
                <a:solidFill>
                  <a:schemeClr val="tx1"/>
                </a:solidFill>
                <a:latin typeface="Arial" panose="020B0604020202020204" pitchFamily="34" charset="0"/>
                <a:cs typeface="Arial" panose="020B0604020202020204" pitchFamily="34" charset="0"/>
              </a:defRPr>
            </a:lvl2pPr>
            <a:lvl3pPr marL="1143000" indent="-228600" eaLnBrk="0" hangingPunct="0">
              <a:defRPr b="1" i="1">
                <a:solidFill>
                  <a:schemeClr val="tx1"/>
                </a:solidFill>
                <a:latin typeface="Arial" panose="020B0604020202020204" pitchFamily="34" charset="0"/>
                <a:cs typeface="Arial" panose="020B0604020202020204" pitchFamily="34" charset="0"/>
              </a:defRPr>
            </a:lvl3pPr>
            <a:lvl4pPr marL="1600200" indent="-228600" eaLnBrk="0" hangingPunct="0">
              <a:defRPr b="1" i="1">
                <a:solidFill>
                  <a:schemeClr val="tx1"/>
                </a:solidFill>
                <a:latin typeface="Arial" panose="020B0604020202020204" pitchFamily="34" charset="0"/>
                <a:cs typeface="Arial" panose="020B0604020202020204" pitchFamily="34" charset="0"/>
              </a:defRPr>
            </a:lvl4pPr>
            <a:lvl5pPr marL="2057400" indent="-228600" eaLnBrk="0" hangingPunct="0">
              <a:defRPr b="1" i="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9pPr>
          </a:lstStyle>
          <a:p>
            <a:pPr eaLnBrk="1" hangingPunct="1"/>
            <a:fld id="{8E768799-BA49-A645-85CD-8696BCA11A7E}" type="slidenum">
              <a:rPr lang="en-US" altLang="en-BD"/>
              <a:pPr eaLnBrk="1" hangingPunct="1"/>
              <a:t>8</a:t>
            </a:fld>
            <a:endParaRPr lang="en-US" altLang="en-BD"/>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D9A8CA6C-4169-049A-1A89-541993E4567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a:extLst>
              <a:ext uri="{FF2B5EF4-FFF2-40B4-BE49-F238E27FC236}">
                <a16:creationId xmlns:a16="http://schemas.microsoft.com/office/drawing/2014/main" id="{AE0E5DCA-B048-AAFC-2589-AF6FE53E3D1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28600" indent="-228600">
              <a:buFont typeface="Calibri" panose="020F0502020204030204" pitchFamily="34" charset="0"/>
              <a:buAutoNum type="arabicPeriod"/>
            </a:pPr>
            <a:r>
              <a:rPr lang="en-US" altLang="en-BD"/>
              <a:t>The final quantity is the L</a:t>
            </a:r>
            <a:r>
              <a:rPr lang="en-US" altLang="en-BD" baseline="-25000"/>
              <a:t>2</a:t>
            </a:r>
            <a:r>
              <a:rPr lang="en-US" altLang="en-BD"/>
              <a:t> loss function.</a:t>
            </a:r>
          </a:p>
          <a:p>
            <a:pPr marL="228600" indent="-228600">
              <a:buFont typeface="Calibri" panose="020F0502020204030204" pitchFamily="34" charset="0"/>
              <a:buAutoNum type="arabicPeriod"/>
            </a:pPr>
            <a:r>
              <a:rPr lang="en-US" altLang="en-BD"/>
              <a:t>Now we can understand why: minimizing the sum of squared errors gives the maximum-likelihood straight-line model, provided that the data are generated with Gaussian noise of fixed variance.</a:t>
            </a:r>
          </a:p>
        </p:txBody>
      </p:sp>
      <p:sp>
        <p:nvSpPr>
          <p:cNvPr id="45060" name="Slide Number Placeholder 3">
            <a:extLst>
              <a:ext uri="{FF2B5EF4-FFF2-40B4-BE49-F238E27FC236}">
                <a16:creationId xmlns:a16="http://schemas.microsoft.com/office/drawing/2014/main" id="{2AFB3539-CCBC-8C89-0BC3-EA3C03E5F33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cs typeface="Arial" panose="020B0604020202020204" pitchFamily="34" charset="0"/>
              </a:defRPr>
            </a:lvl1pPr>
            <a:lvl2pPr marL="742950" indent="-285750" eaLnBrk="0" hangingPunct="0">
              <a:defRPr b="1" i="1">
                <a:solidFill>
                  <a:schemeClr val="tx1"/>
                </a:solidFill>
                <a:latin typeface="Arial" panose="020B0604020202020204" pitchFamily="34" charset="0"/>
                <a:cs typeface="Arial" panose="020B0604020202020204" pitchFamily="34" charset="0"/>
              </a:defRPr>
            </a:lvl2pPr>
            <a:lvl3pPr marL="1143000" indent="-228600" eaLnBrk="0" hangingPunct="0">
              <a:defRPr b="1" i="1">
                <a:solidFill>
                  <a:schemeClr val="tx1"/>
                </a:solidFill>
                <a:latin typeface="Arial" panose="020B0604020202020204" pitchFamily="34" charset="0"/>
                <a:cs typeface="Arial" panose="020B0604020202020204" pitchFamily="34" charset="0"/>
              </a:defRPr>
            </a:lvl3pPr>
            <a:lvl4pPr marL="1600200" indent="-228600" eaLnBrk="0" hangingPunct="0">
              <a:defRPr b="1" i="1">
                <a:solidFill>
                  <a:schemeClr val="tx1"/>
                </a:solidFill>
                <a:latin typeface="Arial" panose="020B0604020202020204" pitchFamily="34" charset="0"/>
                <a:cs typeface="Arial" panose="020B0604020202020204" pitchFamily="34" charset="0"/>
              </a:defRPr>
            </a:lvl4pPr>
            <a:lvl5pPr marL="2057400" indent="-228600" eaLnBrk="0" hangingPunct="0">
              <a:defRPr b="1" i="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9pPr>
          </a:lstStyle>
          <a:p>
            <a:pPr eaLnBrk="1" hangingPunct="1"/>
            <a:fld id="{46932401-7691-2045-9100-640EE8300862}" type="slidenum">
              <a:rPr lang="en-US" altLang="en-BD"/>
              <a:pPr eaLnBrk="1" hangingPunct="1"/>
              <a:t>10</a:t>
            </a:fld>
            <a:endParaRPr lang="en-US" altLang="en-BD"/>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76B66E-59AE-8664-3B96-E63FFBAAE7A1}"/>
              </a:ext>
            </a:extLst>
          </p:cNvPr>
          <p:cNvSpPr/>
          <p:nvPr/>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Rectangle 2">
            <a:extLst>
              <a:ext uri="{FF2B5EF4-FFF2-40B4-BE49-F238E27FC236}">
                <a16:creationId xmlns:a16="http://schemas.microsoft.com/office/drawing/2014/main" id="{9681D2EB-6A92-58EE-00A8-7F9BD1EB6F01}"/>
              </a:ext>
            </a:extLst>
          </p:cNvPr>
          <p:cNvSpPr/>
          <p:nvPr/>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Rectangle 3">
            <a:extLst>
              <a:ext uri="{FF2B5EF4-FFF2-40B4-BE49-F238E27FC236}">
                <a16:creationId xmlns:a16="http://schemas.microsoft.com/office/drawing/2014/main" id="{9311851F-5A8B-51A9-B8A5-1B837E836723}"/>
              </a:ext>
            </a:extLst>
          </p:cNvPr>
          <p:cNvSpPr/>
          <p:nvPr/>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5" name="Date Placeholder 27">
            <a:extLst>
              <a:ext uri="{FF2B5EF4-FFF2-40B4-BE49-F238E27FC236}">
                <a16:creationId xmlns:a16="http://schemas.microsoft.com/office/drawing/2014/main" id="{73F90D1C-2D6E-DF21-64D9-3B0EA796BA9C}"/>
              </a:ext>
            </a:extLst>
          </p:cNvPr>
          <p:cNvSpPr>
            <a:spLocks noGrp="1"/>
          </p:cNvSpPr>
          <p:nvPr>
            <p:ph type="dt" sz="half" idx="10"/>
          </p:nvPr>
        </p:nvSpPr>
        <p:spPr>
          <a:xfrm>
            <a:off x="76200" y="6069013"/>
            <a:ext cx="2057400" cy="685800"/>
          </a:xfrm>
        </p:spPr>
        <p:txBody>
          <a:bodyPr>
            <a:noAutofit/>
          </a:bodyPr>
          <a:lstStyle>
            <a:lvl1pPr algn="ctr">
              <a:defRPr sz="2000">
                <a:solidFill>
                  <a:srgbClr val="FFFFFF"/>
                </a:solidFill>
              </a:defRPr>
            </a:lvl1pPr>
          </a:lstStyle>
          <a:p>
            <a:pPr>
              <a:defRPr/>
            </a:pPr>
            <a:endParaRPr lang="en-US" altLang="en-US"/>
          </a:p>
        </p:txBody>
      </p:sp>
      <p:sp>
        <p:nvSpPr>
          <p:cNvPr id="6" name="Footer Placeholder 16">
            <a:extLst>
              <a:ext uri="{FF2B5EF4-FFF2-40B4-BE49-F238E27FC236}">
                <a16:creationId xmlns:a16="http://schemas.microsoft.com/office/drawing/2014/main" id="{8517C23D-EB3D-F46D-6CD2-0F77B3B81A78}"/>
              </a:ext>
            </a:extLst>
          </p:cNvPr>
          <p:cNvSpPr>
            <a:spLocks noGrp="1"/>
          </p:cNvSpPr>
          <p:nvPr>
            <p:ph type="ftr" sz="quarter" idx="11"/>
          </p:nvPr>
        </p:nvSpPr>
        <p:spPr>
          <a:xfrm>
            <a:off x="2085975" y="236538"/>
            <a:ext cx="5867400" cy="365125"/>
          </a:xfrm>
        </p:spPr>
        <p:txBody>
          <a:bodyPr/>
          <a:lstStyle>
            <a:lvl1pPr algn="r">
              <a:defRPr>
                <a:solidFill>
                  <a:schemeClr val="tx2"/>
                </a:solidFill>
              </a:defRPr>
            </a:lvl1pPr>
          </a:lstStyle>
          <a:p>
            <a:pPr>
              <a:defRPr/>
            </a:pPr>
            <a:endParaRPr lang="en-US" altLang="en-US"/>
          </a:p>
        </p:txBody>
      </p:sp>
      <p:sp>
        <p:nvSpPr>
          <p:cNvPr id="7" name="Slide Number Placeholder 28">
            <a:extLst>
              <a:ext uri="{FF2B5EF4-FFF2-40B4-BE49-F238E27FC236}">
                <a16:creationId xmlns:a16="http://schemas.microsoft.com/office/drawing/2014/main" id="{A54FA93E-B971-5303-DA69-2B5D81B69C98}"/>
              </a:ext>
            </a:extLst>
          </p:cNvPr>
          <p:cNvSpPr>
            <a:spLocks noGrp="1"/>
          </p:cNvSpPr>
          <p:nvPr>
            <p:ph type="sldNum" sz="quarter" idx="12"/>
          </p:nvPr>
        </p:nvSpPr>
        <p:spPr>
          <a:xfrm>
            <a:off x="8001000" y="228600"/>
            <a:ext cx="838200" cy="381000"/>
          </a:xfrm>
        </p:spPr>
        <p:txBody>
          <a:bodyPr/>
          <a:lstStyle>
            <a:lvl1pPr>
              <a:defRPr>
                <a:solidFill>
                  <a:schemeClr val="tx2"/>
                </a:solidFill>
              </a:defRPr>
            </a:lvl1pPr>
          </a:lstStyle>
          <a:p>
            <a:fld id="{A15DAB8A-2A8D-0B45-9BD2-5529AC053E37}" type="slidenum">
              <a:rPr lang="en-US" altLang="en-US"/>
              <a:pPr/>
              <a:t>‹#›</a:t>
            </a:fld>
            <a:endParaRPr lang="en-US" altLang="en-US"/>
          </a:p>
        </p:txBody>
      </p:sp>
    </p:spTree>
    <p:extLst>
      <p:ext uri="{BB962C8B-B14F-4D97-AF65-F5344CB8AC3E}">
        <p14:creationId xmlns:p14="http://schemas.microsoft.com/office/powerpoint/2010/main" val="31310132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lang="en-US"/>
              <a:t>Click to edit Master title style</a:t>
            </a:r>
          </a:p>
        </p:txBody>
      </p:sp>
      <p:sp>
        <p:nvSpPr>
          <p:cNvPr id="8" name="Content Placeholder 7"/>
          <p:cNvSpPr>
            <a:spLocks noGrp="1"/>
          </p:cNvSpPr>
          <p:nvPr>
            <p:ph sz="quarter" idx="1"/>
          </p:nvPr>
        </p:nvSpPr>
        <p:spPr>
          <a:xfrm>
            <a:off x="612648" y="1600200"/>
            <a:ext cx="81534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31A2481F-D237-0131-2029-9758AF66D902}"/>
              </a:ext>
            </a:extLst>
          </p:cNvPr>
          <p:cNvSpPr>
            <a:spLocks noGrp="1"/>
          </p:cNvSpPr>
          <p:nvPr>
            <p:ph type="dt" sz="half" idx="10"/>
          </p:nvPr>
        </p:nvSpPr>
        <p:spPr/>
        <p:txBody>
          <a:bodyPr/>
          <a:lstStyle>
            <a:lvl1pPr>
              <a:defRPr/>
            </a:lvl1pPr>
          </a:lstStyle>
          <a:p>
            <a:pPr>
              <a:defRPr/>
            </a:pPr>
            <a:endParaRPr lang="en-US" altLang="en-US"/>
          </a:p>
        </p:txBody>
      </p:sp>
      <p:sp>
        <p:nvSpPr>
          <p:cNvPr id="4" name="Footer Placeholder 2">
            <a:extLst>
              <a:ext uri="{FF2B5EF4-FFF2-40B4-BE49-F238E27FC236}">
                <a16:creationId xmlns:a16="http://schemas.microsoft.com/office/drawing/2014/main" id="{D0C632DF-9B28-0052-6C34-3AFC91D0D8F8}"/>
              </a:ext>
            </a:extLst>
          </p:cNvPr>
          <p:cNvSpPr>
            <a:spLocks noGrp="1"/>
          </p:cNvSpPr>
          <p:nvPr>
            <p:ph type="ftr" sz="quarter" idx="11"/>
          </p:nvPr>
        </p:nvSpPr>
        <p:spPr/>
        <p:txBody>
          <a:bodyPr/>
          <a:lstStyle>
            <a:lvl1pPr>
              <a:defRPr/>
            </a:lvl1pPr>
          </a:lstStyle>
          <a:p>
            <a:pPr>
              <a:defRPr/>
            </a:pPr>
            <a:endParaRPr lang="en-US" altLang="en-US"/>
          </a:p>
        </p:txBody>
      </p:sp>
      <p:sp>
        <p:nvSpPr>
          <p:cNvPr id="5" name="Slide Number Placeholder 22">
            <a:extLst>
              <a:ext uri="{FF2B5EF4-FFF2-40B4-BE49-F238E27FC236}">
                <a16:creationId xmlns:a16="http://schemas.microsoft.com/office/drawing/2014/main" id="{072C1D76-A53E-20CE-8AC4-89C9E02F8AF1}"/>
              </a:ext>
            </a:extLst>
          </p:cNvPr>
          <p:cNvSpPr>
            <a:spLocks noGrp="1"/>
          </p:cNvSpPr>
          <p:nvPr>
            <p:ph type="sldNum" sz="quarter" idx="12"/>
          </p:nvPr>
        </p:nvSpPr>
        <p:spPr/>
        <p:txBody>
          <a:bodyPr/>
          <a:lstStyle>
            <a:lvl1pPr>
              <a:defRPr/>
            </a:lvl1pPr>
          </a:lstStyle>
          <a:p>
            <a:fld id="{F487B553-DB3E-7A44-94F9-3E3D7AF74C1F}" type="slidenum">
              <a:rPr lang="en-US" altLang="en-US"/>
              <a:pPr/>
              <a:t>‹#›</a:t>
            </a:fld>
            <a:endParaRPr lang="en-US" altLang="en-US"/>
          </a:p>
        </p:txBody>
      </p:sp>
    </p:spTree>
    <p:extLst>
      <p:ext uri="{BB962C8B-B14F-4D97-AF65-F5344CB8AC3E}">
        <p14:creationId xmlns:p14="http://schemas.microsoft.com/office/powerpoint/2010/main" val="1695031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BEFF11-549E-595F-89C7-6DE2AC7490FD}"/>
              </a:ext>
            </a:extLst>
          </p:cNvPr>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a:extLst>
              <a:ext uri="{FF2B5EF4-FFF2-40B4-BE49-F238E27FC236}">
                <a16:creationId xmlns:a16="http://schemas.microsoft.com/office/drawing/2014/main" id="{D1A2E5A4-C733-6E8B-C184-6F0552592F95}"/>
              </a:ext>
            </a:extLst>
          </p:cNvPr>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a:extLst>
              <a:ext uri="{FF2B5EF4-FFF2-40B4-BE49-F238E27FC236}">
                <a16:creationId xmlns:a16="http://schemas.microsoft.com/office/drawing/2014/main" id="{03B3F671-2776-0C02-AC76-9B69BB09A318}"/>
              </a:ext>
            </a:extLst>
          </p:cNvPr>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ext Placeholder 2"/>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a:t>Click to edit Master title style</a:t>
            </a:r>
          </a:p>
        </p:txBody>
      </p:sp>
      <p:sp>
        <p:nvSpPr>
          <p:cNvPr id="7" name="Date Placeholder 11">
            <a:extLst>
              <a:ext uri="{FF2B5EF4-FFF2-40B4-BE49-F238E27FC236}">
                <a16:creationId xmlns:a16="http://schemas.microsoft.com/office/drawing/2014/main" id="{0B88DBAD-ACFF-F68D-02EE-E0DC304261CA}"/>
              </a:ext>
            </a:extLst>
          </p:cNvPr>
          <p:cNvSpPr>
            <a:spLocks noGrp="1"/>
          </p:cNvSpPr>
          <p:nvPr>
            <p:ph type="dt" sz="half" idx="10"/>
          </p:nvPr>
        </p:nvSpPr>
        <p:spPr/>
        <p:txBody>
          <a:bodyPr/>
          <a:lstStyle>
            <a:lvl1pPr>
              <a:defRPr/>
            </a:lvl1pPr>
          </a:lstStyle>
          <a:p>
            <a:pPr>
              <a:defRPr/>
            </a:pPr>
            <a:endParaRPr lang="en-US" altLang="en-US"/>
          </a:p>
        </p:txBody>
      </p:sp>
      <p:sp>
        <p:nvSpPr>
          <p:cNvPr id="8" name="Slide Number Placeholder 12">
            <a:extLst>
              <a:ext uri="{FF2B5EF4-FFF2-40B4-BE49-F238E27FC236}">
                <a16:creationId xmlns:a16="http://schemas.microsoft.com/office/drawing/2014/main" id="{4E609BC6-9122-D96D-81BB-5A59A9679A92}"/>
              </a:ext>
            </a:extLst>
          </p:cNvPr>
          <p:cNvSpPr>
            <a:spLocks noGrp="1"/>
          </p:cNvSpPr>
          <p:nvPr>
            <p:ph type="sldNum" sz="quarter" idx="11"/>
          </p:nvPr>
        </p:nvSpPr>
        <p:spPr>
          <a:xfrm>
            <a:off x="0" y="1752600"/>
            <a:ext cx="1295400" cy="701675"/>
          </a:xfrm>
        </p:spPr>
        <p:txBody>
          <a:bodyPr>
            <a:noAutofit/>
          </a:bodyPr>
          <a:lstStyle>
            <a:lvl1pPr>
              <a:defRPr sz="2400"/>
            </a:lvl1pPr>
          </a:lstStyle>
          <a:p>
            <a:fld id="{8E98F997-F262-614D-8899-91B68C8FB338}" type="slidenum">
              <a:rPr lang="en-US" altLang="en-US"/>
              <a:pPr/>
              <a:t>‹#›</a:t>
            </a:fld>
            <a:endParaRPr lang="en-US" altLang="en-US"/>
          </a:p>
        </p:txBody>
      </p:sp>
      <p:sp>
        <p:nvSpPr>
          <p:cNvPr id="9" name="Footer Placeholder 13">
            <a:extLst>
              <a:ext uri="{FF2B5EF4-FFF2-40B4-BE49-F238E27FC236}">
                <a16:creationId xmlns:a16="http://schemas.microsoft.com/office/drawing/2014/main" id="{0ECC1799-DCE5-57C7-2420-62B97CB95E74}"/>
              </a:ext>
            </a:extLst>
          </p:cNvPr>
          <p:cNvSpPr>
            <a:spLocks noGrp="1"/>
          </p:cNvSpPr>
          <p:nvPr>
            <p:ph type="ftr" sz="quarter" idx="12"/>
          </p:nvPr>
        </p:nvSpPr>
        <p:spPr/>
        <p:txBody>
          <a:bodyPr/>
          <a:lstStyle>
            <a:lvl1pPr>
              <a:defRPr/>
            </a:lvl1pPr>
          </a:lstStyle>
          <a:p>
            <a:pPr>
              <a:defRPr/>
            </a:pPr>
            <a:endParaRPr lang="en-US" altLang="en-US"/>
          </a:p>
        </p:txBody>
      </p:sp>
    </p:spTree>
    <p:extLst>
      <p:ext uri="{BB962C8B-B14F-4D97-AF65-F5344CB8AC3E}">
        <p14:creationId xmlns:p14="http://schemas.microsoft.com/office/powerpoint/2010/main" val="128618775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844901"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7">
            <a:extLst>
              <a:ext uri="{FF2B5EF4-FFF2-40B4-BE49-F238E27FC236}">
                <a16:creationId xmlns:a16="http://schemas.microsoft.com/office/drawing/2014/main" id="{97F0730C-635A-D8FA-4C80-7239A29F1FD2}"/>
              </a:ext>
            </a:extLst>
          </p:cNvPr>
          <p:cNvSpPr>
            <a:spLocks noGrp="1"/>
          </p:cNvSpPr>
          <p:nvPr>
            <p:ph type="dt" sz="half" idx="10"/>
          </p:nvPr>
        </p:nvSpPr>
        <p:spPr/>
        <p:txBody>
          <a:bodyPr rtlCol="0"/>
          <a:lstStyle>
            <a:lvl1pPr>
              <a:defRPr/>
            </a:lvl1pPr>
          </a:lstStyle>
          <a:p>
            <a:pPr>
              <a:defRPr/>
            </a:pPr>
            <a:endParaRPr lang="en-US" altLang="en-US"/>
          </a:p>
        </p:txBody>
      </p:sp>
      <p:sp>
        <p:nvSpPr>
          <p:cNvPr id="4" name="Slide Number Placeholder 9">
            <a:extLst>
              <a:ext uri="{FF2B5EF4-FFF2-40B4-BE49-F238E27FC236}">
                <a16:creationId xmlns:a16="http://schemas.microsoft.com/office/drawing/2014/main" id="{82E53CCB-CA7D-0EA5-5369-9AC926FCDFFC}"/>
              </a:ext>
            </a:extLst>
          </p:cNvPr>
          <p:cNvSpPr>
            <a:spLocks noGrp="1"/>
          </p:cNvSpPr>
          <p:nvPr>
            <p:ph type="sldNum" sz="quarter" idx="11"/>
          </p:nvPr>
        </p:nvSpPr>
        <p:spPr/>
        <p:txBody>
          <a:bodyPr/>
          <a:lstStyle>
            <a:lvl1pPr>
              <a:defRPr/>
            </a:lvl1pPr>
          </a:lstStyle>
          <a:p>
            <a:fld id="{A800FD94-4FBD-7946-BBFE-497D80353F72}" type="slidenum">
              <a:rPr lang="en-US" altLang="en-US"/>
              <a:pPr/>
              <a:t>‹#›</a:t>
            </a:fld>
            <a:endParaRPr lang="en-US" altLang="en-US"/>
          </a:p>
        </p:txBody>
      </p:sp>
      <p:sp>
        <p:nvSpPr>
          <p:cNvPr id="5" name="Footer Placeholder 11">
            <a:extLst>
              <a:ext uri="{FF2B5EF4-FFF2-40B4-BE49-F238E27FC236}">
                <a16:creationId xmlns:a16="http://schemas.microsoft.com/office/drawing/2014/main" id="{090E7A89-AE5A-D0C5-B678-3C38BA06D2F6}"/>
              </a:ext>
            </a:extLst>
          </p:cNvPr>
          <p:cNvSpPr>
            <a:spLocks noGrp="1"/>
          </p:cNvSpPr>
          <p:nvPr>
            <p:ph type="ftr" sz="quarter" idx="12"/>
          </p:nvPr>
        </p:nvSpPr>
        <p:spPr/>
        <p:txBody>
          <a:bodyPr rtlCol="0"/>
          <a:lstStyle>
            <a:lvl1pPr>
              <a:defRPr/>
            </a:lvl1pPr>
          </a:lstStyle>
          <a:p>
            <a:pPr>
              <a:defRPr/>
            </a:pPr>
            <a:endParaRPr lang="en-US" altLang="en-US"/>
          </a:p>
        </p:txBody>
      </p:sp>
    </p:spTree>
    <p:extLst>
      <p:ext uri="{BB962C8B-B14F-4D97-AF65-F5344CB8AC3E}">
        <p14:creationId xmlns:p14="http://schemas.microsoft.com/office/powerpoint/2010/main" val="2431699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800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3" name="Date Placeholder 9">
            <a:extLst>
              <a:ext uri="{FF2B5EF4-FFF2-40B4-BE49-F238E27FC236}">
                <a16:creationId xmlns:a16="http://schemas.microsoft.com/office/drawing/2014/main" id="{55549F02-61FF-BD99-EBBD-F51A7327ABE4}"/>
              </a:ext>
            </a:extLst>
          </p:cNvPr>
          <p:cNvSpPr>
            <a:spLocks noGrp="1"/>
          </p:cNvSpPr>
          <p:nvPr>
            <p:ph type="dt" sz="half" idx="10"/>
          </p:nvPr>
        </p:nvSpPr>
        <p:spPr/>
        <p:txBody>
          <a:bodyPr rtlCol="0"/>
          <a:lstStyle>
            <a:lvl1pPr>
              <a:defRPr/>
            </a:lvl1pPr>
          </a:lstStyle>
          <a:p>
            <a:pPr>
              <a:defRPr/>
            </a:pPr>
            <a:endParaRPr lang="en-US" altLang="en-US"/>
          </a:p>
        </p:txBody>
      </p:sp>
      <p:sp>
        <p:nvSpPr>
          <p:cNvPr id="4" name="Slide Number Placeholder 11">
            <a:extLst>
              <a:ext uri="{FF2B5EF4-FFF2-40B4-BE49-F238E27FC236}">
                <a16:creationId xmlns:a16="http://schemas.microsoft.com/office/drawing/2014/main" id="{C8B228BF-CC8A-7A43-7EDF-1B0278DF6521}"/>
              </a:ext>
            </a:extLst>
          </p:cNvPr>
          <p:cNvSpPr>
            <a:spLocks noGrp="1"/>
          </p:cNvSpPr>
          <p:nvPr>
            <p:ph type="sldNum" sz="quarter" idx="11"/>
          </p:nvPr>
        </p:nvSpPr>
        <p:spPr/>
        <p:txBody>
          <a:bodyPr/>
          <a:lstStyle>
            <a:lvl1pPr>
              <a:defRPr/>
            </a:lvl1pPr>
          </a:lstStyle>
          <a:p>
            <a:fld id="{EBFE7083-76BC-A140-992D-AA56A5E597B5}" type="slidenum">
              <a:rPr lang="en-US" altLang="en-US"/>
              <a:pPr/>
              <a:t>‹#›</a:t>
            </a:fld>
            <a:endParaRPr lang="en-US" altLang="en-US"/>
          </a:p>
        </p:txBody>
      </p:sp>
      <p:sp>
        <p:nvSpPr>
          <p:cNvPr id="5" name="Footer Placeholder 13">
            <a:extLst>
              <a:ext uri="{FF2B5EF4-FFF2-40B4-BE49-F238E27FC236}">
                <a16:creationId xmlns:a16="http://schemas.microsoft.com/office/drawing/2014/main" id="{3099FBE4-6D16-3CEF-E18A-EF684C61C14A}"/>
              </a:ext>
            </a:extLst>
          </p:cNvPr>
          <p:cNvSpPr>
            <a:spLocks noGrp="1"/>
          </p:cNvSpPr>
          <p:nvPr>
            <p:ph type="ftr" sz="quarter" idx="12"/>
          </p:nvPr>
        </p:nvSpPr>
        <p:spPr/>
        <p:txBody>
          <a:bodyPr rtlCol="0"/>
          <a:lstStyle>
            <a:lvl1pPr>
              <a:defRPr/>
            </a:lvl1pPr>
          </a:lstStyle>
          <a:p>
            <a:pPr>
              <a:defRPr/>
            </a:pPr>
            <a:endParaRPr lang="en-US" altLang="en-US"/>
          </a:p>
        </p:txBody>
      </p:sp>
    </p:spTree>
    <p:extLst>
      <p:ext uri="{BB962C8B-B14F-4D97-AF65-F5344CB8AC3E}">
        <p14:creationId xmlns:p14="http://schemas.microsoft.com/office/powerpoint/2010/main" val="1884788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E06E80A9-E104-E0B9-8923-2C63021A21F0}"/>
              </a:ext>
            </a:extLst>
          </p:cNvPr>
          <p:cNvSpPr>
            <a:spLocks noGrp="1"/>
          </p:cNvSpPr>
          <p:nvPr>
            <p:ph type="dt" sz="half" idx="10"/>
          </p:nvPr>
        </p:nvSpPr>
        <p:spPr/>
        <p:txBody>
          <a:bodyPr/>
          <a:lstStyle>
            <a:lvl1pPr>
              <a:defRPr/>
            </a:lvl1pPr>
          </a:lstStyle>
          <a:p>
            <a:pPr>
              <a:defRPr/>
            </a:pPr>
            <a:endParaRPr lang="en-US" altLang="en-US"/>
          </a:p>
        </p:txBody>
      </p:sp>
      <p:sp>
        <p:nvSpPr>
          <p:cNvPr id="4" name="Footer Placeholder 2">
            <a:extLst>
              <a:ext uri="{FF2B5EF4-FFF2-40B4-BE49-F238E27FC236}">
                <a16:creationId xmlns:a16="http://schemas.microsoft.com/office/drawing/2014/main" id="{E25EE59E-7913-CBF4-CEA4-CBB30539EDA1}"/>
              </a:ext>
            </a:extLst>
          </p:cNvPr>
          <p:cNvSpPr>
            <a:spLocks noGrp="1"/>
          </p:cNvSpPr>
          <p:nvPr>
            <p:ph type="ftr" sz="quarter" idx="11"/>
          </p:nvPr>
        </p:nvSpPr>
        <p:spPr/>
        <p:txBody>
          <a:bodyPr/>
          <a:lstStyle>
            <a:lvl1pPr>
              <a:defRPr/>
            </a:lvl1pPr>
          </a:lstStyle>
          <a:p>
            <a:pPr>
              <a:defRPr/>
            </a:pPr>
            <a:endParaRPr lang="en-US" altLang="en-US"/>
          </a:p>
        </p:txBody>
      </p:sp>
      <p:sp>
        <p:nvSpPr>
          <p:cNvPr id="5" name="Slide Number Placeholder 22">
            <a:extLst>
              <a:ext uri="{FF2B5EF4-FFF2-40B4-BE49-F238E27FC236}">
                <a16:creationId xmlns:a16="http://schemas.microsoft.com/office/drawing/2014/main" id="{A036426E-781B-F4D2-B7CA-B2746E77E18E}"/>
              </a:ext>
            </a:extLst>
          </p:cNvPr>
          <p:cNvSpPr>
            <a:spLocks noGrp="1"/>
          </p:cNvSpPr>
          <p:nvPr>
            <p:ph type="sldNum" sz="quarter" idx="12"/>
          </p:nvPr>
        </p:nvSpPr>
        <p:spPr/>
        <p:txBody>
          <a:bodyPr/>
          <a:lstStyle>
            <a:lvl1pPr>
              <a:defRPr/>
            </a:lvl1pPr>
          </a:lstStyle>
          <a:p>
            <a:fld id="{B70DD1FE-2F09-7447-BC76-8308459C4655}" type="slidenum">
              <a:rPr lang="en-US" altLang="en-US"/>
              <a:pPr/>
              <a:t>‹#›</a:t>
            </a:fld>
            <a:endParaRPr lang="en-US" altLang="en-US"/>
          </a:p>
        </p:txBody>
      </p:sp>
    </p:spTree>
    <p:extLst>
      <p:ext uri="{BB962C8B-B14F-4D97-AF65-F5344CB8AC3E}">
        <p14:creationId xmlns:p14="http://schemas.microsoft.com/office/powerpoint/2010/main" val="995270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DC488B-947B-868A-6C28-910A7C53EACB}"/>
              </a:ext>
            </a:extLst>
          </p:cNvPr>
          <p:cNvSpPr>
            <a:spLocks noGrp="1"/>
          </p:cNvSpPr>
          <p:nvPr>
            <p:ph type="dt" sz="half" idx="10"/>
          </p:nvPr>
        </p:nvSpPr>
        <p:spPr/>
        <p:txBody>
          <a:bodyPr/>
          <a:lstStyle>
            <a:lvl1pPr>
              <a:defRPr/>
            </a:lvl1pPr>
          </a:lstStyle>
          <a:p>
            <a:pPr>
              <a:defRPr/>
            </a:pPr>
            <a:endParaRPr lang="en-US" altLang="en-US"/>
          </a:p>
        </p:txBody>
      </p:sp>
      <p:sp>
        <p:nvSpPr>
          <p:cNvPr id="3" name="Footer Placeholder 2">
            <a:extLst>
              <a:ext uri="{FF2B5EF4-FFF2-40B4-BE49-F238E27FC236}">
                <a16:creationId xmlns:a16="http://schemas.microsoft.com/office/drawing/2014/main" id="{F82A543F-4B2C-7280-6116-3B3137BAACD2}"/>
              </a:ext>
            </a:extLst>
          </p:cNvPr>
          <p:cNvSpPr>
            <a:spLocks noGrp="1"/>
          </p:cNvSpPr>
          <p:nvPr>
            <p:ph type="ftr" sz="quarter" idx="11"/>
          </p:nvPr>
        </p:nvSpPr>
        <p:spPr/>
        <p:txBody>
          <a:bodyPr/>
          <a:lstStyle>
            <a:lvl1pPr>
              <a:defRPr/>
            </a:lvl1pPr>
          </a:lstStyle>
          <a:p>
            <a:pPr>
              <a:defRPr/>
            </a:pPr>
            <a:endParaRPr lang="en-US" altLang="en-US"/>
          </a:p>
        </p:txBody>
      </p:sp>
      <p:sp>
        <p:nvSpPr>
          <p:cNvPr id="4" name="Slide Number Placeholder 3">
            <a:extLst>
              <a:ext uri="{FF2B5EF4-FFF2-40B4-BE49-F238E27FC236}">
                <a16:creationId xmlns:a16="http://schemas.microsoft.com/office/drawing/2014/main" id="{4A538ECA-F45D-F51E-2709-B5FAB7556AB9}"/>
              </a:ext>
            </a:extLst>
          </p:cNvPr>
          <p:cNvSpPr>
            <a:spLocks noGrp="1"/>
          </p:cNvSpPr>
          <p:nvPr>
            <p:ph type="sldNum" sz="quarter" idx="12"/>
          </p:nvPr>
        </p:nvSpPr>
        <p:spPr>
          <a:xfrm>
            <a:off x="0" y="6248400"/>
            <a:ext cx="533400" cy="381000"/>
          </a:xfrm>
        </p:spPr>
        <p:txBody>
          <a:bodyPr/>
          <a:lstStyle>
            <a:lvl1pPr>
              <a:defRPr>
                <a:solidFill>
                  <a:schemeClr val="tx2"/>
                </a:solidFill>
              </a:defRPr>
            </a:lvl1pPr>
          </a:lstStyle>
          <a:p>
            <a:fld id="{C1C9D340-CFCA-2745-90CB-C9321EF0CA37}" type="slidenum">
              <a:rPr lang="en-US" altLang="en-US"/>
              <a:pPr/>
              <a:t>‹#›</a:t>
            </a:fld>
            <a:endParaRPr lang="en-US" altLang="en-US"/>
          </a:p>
        </p:txBody>
      </p:sp>
    </p:spTree>
    <p:extLst>
      <p:ext uri="{BB962C8B-B14F-4D97-AF65-F5344CB8AC3E}">
        <p14:creationId xmlns:p14="http://schemas.microsoft.com/office/powerpoint/2010/main" val="580204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0BD27626-6F48-E367-9B9F-BA251E383522}"/>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2">
            <a:extLst>
              <a:ext uri="{FF2B5EF4-FFF2-40B4-BE49-F238E27FC236}">
                <a16:creationId xmlns:a16="http://schemas.microsoft.com/office/drawing/2014/main" id="{8A518088-542C-1D1B-6048-E22501CEEA26}"/>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22">
            <a:extLst>
              <a:ext uri="{FF2B5EF4-FFF2-40B4-BE49-F238E27FC236}">
                <a16:creationId xmlns:a16="http://schemas.microsoft.com/office/drawing/2014/main" id="{9F2E1D80-1B6C-7264-4BD6-ECF40A85A047}"/>
              </a:ext>
            </a:extLst>
          </p:cNvPr>
          <p:cNvSpPr>
            <a:spLocks noGrp="1"/>
          </p:cNvSpPr>
          <p:nvPr>
            <p:ph type="sldNum" sz="quarter" idx="12"/>
          </p:nvPr>
        </p:nvSpPr>
        <p:spPr/>
        <p:txBody>
          <a:bodyPr/>
          <a:lstStyle>
            <a:lvl1pPr>
              <a:defRPr/>
            </a:lvl1pPr>
          </a:lstStyle>
          <a:p>
            <a:fld id="{301D0781-D437-BB4C-A569-74C8E438DBE0}" type="slidenum">
              <a:rPr lang="en-US" altLang="en-US"/>
              <a:pPr/>
              <a:t>‹#›</a:t>
            </a:fld>
            <a:endParaRPr lang="en-US" altLang="en-US"/>
          </a:p>
        </p:txBody>
      </p:sp>
    </p:spTree>
    <p:extLst>
      <p:ext uri="{BB962C8B-B14F-4D97-AF65-F5344CB8AC3E}">
        <p14:creationId xmlns:p14="http://schemas.microsoft.com/office/powerpoint/2010/main" val="2186773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237EC69-C8E9-4C39-22EA-23FF5FEA1E7C}"/>
              </a:ext>
            </a:extLst>
          </p:cNvPr>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a:extLst>
              <a:ext uri="{FF2B5EF4-FFF2-40B4-BE49-F238E27FC236}">
                <a16:creationId xmlns:a16="http://schemas.microsoft.com/office/drawing/2014/main" id="{2DE464D1-2979-54B4-39F7-A622096EFF89}"/>
              </a:ext>
            </a:extLst>
          </p:cNvPr>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a:extLst>
              <a:ext uri="{FF2B5EF4-FFF2-40B4-BE49-F238E27FC236}">
                <a16:creationId xmlns:a16="http://schemas.microsoft.com/office/drawing/2014/main" id="{15482963-B665-02D0-0398-817BB5DDD8CE}"/>
              </a:ext>
            </a:extLst>
          </p:cNvPr>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a:extLst>
              <a:ext uri="{FF2B5EF4-FFF2-40B4-BE49-F238E27FC236}">
                <a16:creationId xmlns:a16="http://schemas.microsoft.com/office/drawing/2014/main" id="{2BE3BABE-335A-BDF0-6848-A720B2FE9238}"/>
              </a:ext>
            </a:extLst>
          </p:cNvPr>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a:t>Click to edit Master title style</a:t>
            </a: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11">
            <a:extLst>
              <a:ext uri="{FF2B5EF4-FFF2-40B4-BE49-F238E27FC236}">
                <a16:creationId xmlns:a16="http://schemas.microsoft.com/office/drawing/2014/main" id="{0DDB9F90-2A26-502E-F720-5A929DC639E3}"/>
              </a:ext>
            </a:extLst>
          </p:cNvPr>
          <p:cNvSpPr>
            <a:spLocks noGrp="1"/>
          </p:cNvSpPr>
          <p:nvPr>
            <p:ph type="dt" sz="half" idx="10"/>
          </p:nvPr>
        </p:nvSpPr>
        <p:spPr>
          <a:xfrm>
            <a:off x="6248400" y="6248400"/>
            <a:ext cx="2667000" cy="365125"/>
          </a:xfrm>
        </p:spPr>
        <p:txBody>
          <a:bodyPr rtlCol="0"/>
          <a:lstStyle>
            <a:lvl1pPr>
              <a:defRPr/>
            </a:lvl1pPr>
          </a:lstStyle>
          <a:p>
            <a:pPr>
              <a:defRPr/>
            </a:pPr>
            <a:endParaRPr lang="en-US" altLang="en-US"/>
          </a:p>
        </p:txBody>
      </p:sp>
      <p:sp>
        <p:nvSpPr>
          <p:cNvPr id="10" name="Slide Number Placeholder 12">
            <a:extLst>
              <a:ext uri="{FF2B5EF4-FFF2-40B4-BE49-F238E27FC236}">
                <a16:creationId xmlns:a16="http://schemas.microsoft.com/office/drawing/2014/main" id="{63F978C8-FA5F-DE9B-55D3-9A4A15DE73E6}"/>
              </a:ext>
            </a:extLst>
          </p:cNvPr>
          <p:cNvSpPr>
            <a:spLocks noGrp="1"/>
          </p:cNvSpPr>
          <p:nvPr>
            <p:ph type="sldNum" sz="quarter" idx="11"/>
          </p:nvPr>
        </p:nvSpPr>
        <p:spPr>
          <a:xfrm>
            <a:off x="0" y="4667250"/>
            <a:ext cx="1447800" cy="663575"/>
          </a:xfrm>
        </p:spPr>
        <p:txBody>
          <a:bodyPr/>
          <a:lstStyle>
            <a:lvl1pPr>
              <a:defRPr sz="2800"/>
            </a:lvl1pPr>
          </a:lstStyle>
          <a:p>
            <a:fld id="{D86E000A-9C3B-F845-8A39-35E5550CB5A1}" type="slidenum">
              <a:rPr lang="en-US" altLang="en-US"/>
              <a:pPr/>
              <a:t>‹#›</a:t>
            </a:fld>
            <a:endParaRPr lang="en-US" altLang="en-US"/>
          </a:p>
        </p:txBody>
      </p:sp>
      <p:sp>
        <p:nvSpPr>
          <p:cNvPr id="11" name="Footer Placeholder 13">
            <a:extLst>
              <a:ext uri="{FF2B5EF4-FFF2-40B4-BE49-F238E27FC236}">
                <a16:creationId xmlns:a16="http://schemas.microsoft.com/office/drawing/2014/main" id="{8F1CF07A-0A4B-A5B9-F3A9-3BFF6EFA2ACC}"/>
              </a:ext>
            </a:extLst>
          </p:cNvPr>
          <p:cNvSpPr>
            <a:spLocks noGrp="1"/>
          </p:cNvSpPr>
          <p:nvPr>
            <p:ph type="ftr" sz="quarter" idx="12"/>
          </p:nvPr>
        </p:nvSpPr>
        <p:spPr>
          <a:xfrm>
            <a:off x="1600200" y="6248400"/>
            <a:ext cx="4572000" cy="365125"/>
          </a:xfrm>
        </p:spPr>
        <p:txBody>
          <a:bodyPr rtlCol="0"/>
          <a:lstStyle>
            <a:lvl1pPr>
              <a:defRPr/>
            </a:lvl1pPr>
          </a:lstStyle>
          <a:p>
            <a:pPr>
              <a:defRPr/>
            </a:pPr>
            <a:endParaRPr lang="en-US" altLang="en-US"/>
          </a:p>
        </p:txBody>
      </p:sp>
    </p:spTree>
    <p:extLst>
      <p:ext uri="{BB962C8B-B14F-4D97-AF65-F5344CB8AC3E}">
        <p14:creationId xmlns:p14="http://schemas.microsoft.com/office/powerpoint/2010/main" val="1418488326"/>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70D0452A-CCFC-F32A-D9DE-C66F30613E82}"/>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2">
            <a:extLst>
              <a:ext uri="{FF2B5EF4-FFF2-40B4-BE49-F238E27FC236}">
                <a16:creationId xmlns:a16="http://schemas.microsoft.com/office/drawing/2014/main" id="{18BD5948-90FD-B9BA-1830-E5848D48C7F4}"/>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22">
            <a:extLst>
              <a:ext uri="{FF2B5EF4-FFF2-40B4-BE49-F238E27FC236}">
                <a16:creationId xmlns:a16="http://schemas.microsoft.com/office/drawing/2014/main" id="{FE5CA789-1C7C-48D9-B772-B343AEE23530}"/>
              </a:ext>
            </a:extLst>
          </p:cNvPr>
          <p:cNvSpPr>
            <a:spLocks noGrp="1"/>
          </p:cNvSpPr>
          <p:nvPr>
            <p:ph type="sldNum" sz="quarter" idx="12"/>
          </p:nvPr>
        </p:nvSpPr>
        <p:spPr/>
        <p:txBody>
          <a:bodyPr/>
          <a:lstStyle>
            <a:lvl1pPr>
              <a:defRPr/>
            </a:lvl1pPr>
          </a:lstStyle>
          <a:p>
            <a:fld id="{5E8DB4A0-84E1-7F4A-9802-74E1568F1DA5}" type="slidenum">
              <a:rPr lang="en-US" altLang="en-US"/>
              <a:pPr/>
              <a:t>‹#›</a:t>
            </a:fld>
            <a:endParaRPr lang="en-US" altLang="en-US"/>
          </a:p>
        </p:txBody>
      </p:sp>
    </p:spTree>
    <p:extLst>
      <p:ext uri="{BB962C8B-B14F-4D97-AF65-F5344CB8AC3E}">
        <p14:creationId xmlns:p14="http://schemas.microsoft.com/office/powerpoint/2010/main" val="22529740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0D1E07-A760-7BA8-C532-23A59323B896}"/>
              </a:ext>
            </a:extLst>
          </p:cNvPr>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a:extLst>
              <a:ext uri="{FF2B5EF4-FFF2-40B4-BE49-F238E27FC236}">
                <a16:creationId xmlns:a16="http://schemas.microsoft.com/office/drawing/2014/main" id="{59831F95-A884-035F-D550-8E6AB4C55F6A}"/>
              </a:ext>
            </a:extLst>
          </p:cNvPr>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a:extLst>
              <a:ext uri="{FF2B5EF4-FFF2-40B4-BE49-F238E27FC236}">
                <a16:creationId xmlns:a16="http://schemas.microsoft.com/office/drawing/2014/main" id="{07F3B4B2-A7B7-B7AD-9CD7-946E090DFF85}"/>
              </a:ext>
            </a:extLst>
          </p:cNvPr>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Vertical Title 1"/>
          <p:cNvSpPr>
            <a:spLocks noGrp="1"/>
          </p:cNvSpPr>
          <p:nvPr>
            <p:ph type="title" orient="vert"/>
          </p:nvPr>
        </p:nvSpPr>
        <p:spPr>
          <a:xfrm>
            <a:off x="6553200" y="609600"/>
            <a:ext cx="2057400" cy="5516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00C0C325-95C8-B3A0-7A18-616177FDE21C}"/>
              </a:ext>
            </a:extLst>
          </p:cNvPr>
          <p:cNvSpPr>
            <a:spLocks noGrp="1"/>
          </p:cNvSpPr>
          <p:nvPr>
            <p:ph type="dt" sz="half" idx="10"/>
          </p:nvPr>
        </p:nvSpPr>
        <p:spPr>
          <a:xfrm>
            <a:off x="6553200" y="6248400"/>
            <a:ext cx="2209800" cy="365125"/>
          </a:xfrm>
        </p:spPr>
        <p:txBody>
          <a:bodyPr/>
          <a:lstStyle>
            <a:lvl1pPr>
              <a:defRPr/>
            </a:lvl1pPr>
          </a:lstStyle>
          <a:p>
            <a:pPr>
              <a:defRPr/>
            </a:pPr>
            <a:endParaRPr lang="en-US" altLang="en-US"/>
          </a:p>
        </p:txBody>
      </p:sp>
      <p:sp>
        <p:nvSpPr>
          <p:cNvPr id="8" name="Footer Placeholder 4">
            <a:extLst>
              <a:ext uri="{FF2B5EF4-FFF2-40B4-BE49-F238E27FC236}">
                <a16:creationId xmlns:a16="http://schemas.microsoft.com/office/drawing/2014/main" id="{7424FFB8-7724-3653-9E5E-129FE0C445C3}"/>
              </a:ext>
            </a:extLst>
          </p:cNvPr>
          <p:cNvSpPr>
            <a:spLocks noGrp="1"/>
          </p:cNvSpPr>
          <p:nvPr>
            <p:ph type="ftr" sz="quarter" idx="11"/>
          </p:nvPr>
        </p:nvSpPr>
        <p:spPr>
          <a:xfrm>
            <a:off x="457200" y="6248400"/>
            <a:ext cx="5573713" cy="365125"/>
          </a:xfrm>
        </p:spPr>
        <p:txBody>
          <a:bodyPr/>
          <a:lstStyle>
            <a:lvl1pPr>
              <a:defRPr/>
            </a:lvl1pPr>
          </a:lstStyle>
          <a:p>
            <a:pPr>
              <a:defRPr/>
            </a:pPr>
            <a:endParaRPr lang="en-US" altLang="en-US"/>
          </a:p>
        </p:txBody>
      </p:sp>
      <p:sp>
        <p:nvSpPr>
          <p:cNvPr id="9" name="Slide Number Placeholder 5">
            <a:extLst>
              <a:ext uri="{FF2B5EF4-FFF2-40B4-BE49-F238E27FC236}">
                <a16:creationId xmlns:a16="http://schemas.microsoft.com/office/drawing/2014/main" id="{7DE475AC-66AD-A7A8-6FB2-0B0541A02FFD}"/>
              </a:ext>
            </a:extLst>
          </p:cNvPr>
          <p:cNvSpPr>
            <a:spLocks noGrp="1"/>
          </p:cNvSpPr>
          <p:nvPr>
            <p:ph type="sldNum" sz="quarter" idx="12"/>
          </p:nvPr>
        </p:nvSpPr>
        <p:spPr>
          <a:xfrm rot="5400000">
            <a:off x="5989638" y="144462"/>
            <a:ext cx="533400" cy="244475"/>
          </a:xfrm>
        </p:spPr>
        <p:txBody>
          <a:bodyPr/>
          <a:lstStyle>
            <a:lvl1pPr>
              <a:defRPr/>
            </a:lvl1pPr>
          </a:lstStyle>
          <a:p>
            <a:fld id="{66D4B2F1-E0A8-C247-B600-A7CC553D311E}" type="slidenum">
              <a:rPr lang="en-US" altLang="en-US"/>
              <a:pPr/>
              <a:t>‹#›</a:t>
            </a:fld>
            <a:endParaRPr lang="en-US" altLang="en-US"/>
          </a:p>
        </p:txBody>
      </p:sp>
    </p:spTree>
    <p:extLst>
      <p:ext uri="{BB962C8B-B14F-4D97-AF65-F5344CB8AC3E}">
        <p14:creationId xmlns:p14="http://schemas.microsoft.com/office/powerpoint/2010/main" val="420923881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a:extLst>
              <a:ext uri="{FF2B5EF4-FFF2-40B4-BE49-F238E27FC236}">
                <a16:creationId xmlns:a16="http://schemas.microsoft.com/office/drawing/2014/main" id="{99DC8A3D-635E-0F31-C3CB-3806A1971767}"/>
              </a:ext>
            </a:extLst>
          </p:cNvPr>
          <p:cNvSpPr>
            <a:spLocks noGrp="1"/>
          </p:cNvSpPr>
          <p:nvPr>
            <p:ph type="title"/>
          </p:nvPr>
        </p:nvSpPr>
        <p:spPr bwMode="auto">
          <a:xfrm>
            <a:off x="609600" y="228600"/>
            <a:ext cx="8153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BD"/>
              <a:t>Click to edit Master title style</a:t>
            </a:r>
          </a:p>
        </p:txBody>
      </p:sp>
      <p:sp>
        <p:nvSpPr>
          <p:cNvPr id="1027" name="Text Placeholder 12">
            <a:extLst>
              <a:ext uri="{FF2B5EF4-FFF2-40B4-BE49-F238E27FC236}">
                <a16:creationId xmlns:a16="http://schemas.microsoft.com/office/drawing/2014/main" id="{43FBE497-3CAA-D7D6-58AE-8B274B7ADC02}"/>
              </a:ext>
            </a:extLst>
          </p:cNvPr>
          <p:cNvSpPr>
            <a:spLocks noGrp="1"/>
          </p:cNvSpPr>
          <p:nvPr>
            <p:ph type="body" idx="1"/>
          </p:nvPr>
        </p:nvSpPr>
        <p:spPr bwMode="auto">
          <a:xfrm>
            <a:off x="612775" y="1600200"/>
            <a:ext cx="81534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BD"/>
              <a:t>Click to edit Master text styles</a:t>
            </a:r>
          </a:p>
          <a:p>
            <a:pPr lvl="1"/>
            <a:r>
              <a:rPr lang="en-US" altLang="en-BD"/>
              <a:t>Second level</a:t>
            </a:r>
          </a:p>
          <a:p>
            <a:pPr lvl="2"/>
            <a:r>
              <a:rPr lang="en-US" altLang="en-BD"/>
              <a:t>Third level</a:t>
            </a:r>
          </a:p>
          <a:p>
            <a:pPr lvl="3"/>
            <a:r>
              <a:rPr lang="en-US" altLang="en-BD"/>
              <a:t>Fourth level</a:t>
            </a:r>
          </a:p>
          <a:p>
            <a:pPr lvl="4"/>
            <a:r>
              <a:rPr lang="en-US" altLang="en-BD"/>
              <a:t>Fifth level</a:t>
            </a:r>
          </a:p>
        </p:txBody>
      </p:sp>
      <p:sp>
        <p:nvSpPr>
          <p:cNvPr id="14" name="Date Placeholder 13">
            <a:extLst>
              <a:ext uri="{FF2B5EF4-FFF2-40B4-BE49-F238E27FC236}">
                <a16:creationId xmlns:a16="http://schemas.microsoft.com/office/drawing/2014/main" id="{A80B5284-3B7B-980E-1CC1-E9444B1E1561}"/>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Arial" charset="0"/>
                <a:cs typeface="Arial" charset="0"/>
              </a:defRPr>
            </a:lvl1pPr>
          </a:lstStyle>
          <a:p>
            <a:pPr>
              <a:defRPr/>
            </a:pPr>
            <a:endParaRPr lang="en-US" altLang="en-US"/>
          </a:p>
        </p:txBody>
      </p:sp>
      <p:sp>
        <p:nvSpPr>
          <p:cNvPr id="3" name="Footer Placeholder 2">
            <a:extLst>
              <a:ext uri="{FF2B5EF4-FFF2-40B4-BE49-F238E27FC236}">
                <a16:creationId xmlns:a16="http://schemas.microsoft.com/office/drawing/2014/main" id="{A719B485-F373-AA61-551B-F4E5A92F2140}"/>
              </a:ext>
            </a:extLst>
          </p:cNvPr>
          <p:cNvSpPr>
            <a:spLocks noGrp="1"/>
          </p:cNvSpPr>
          <p:nvPr>
            <p:ph type="ftr" sz="quarter" idx="3"/>
          </p:nvPr>
        </p:nvSpPr>
        <p:spPr>
          <a:xfrm>
            <a:off x="609600" y="6248400"/>
            <a:ext cx="5421313" cy="365125"/>
          </a:xfrm>
          <a:prstGeom prst="rect">
            <a:avLst/>
          </a:prstGeom>
        </p:spPr>
        <p:txBody>
          <a:bodyPr vert="horz" anchor="ctr"/>
          <a:lstStyle>
            <a:lvl1pPr algn="r" eaLnBrk="1" latinLnBrk="0" hangingPunct="1">
              <a:defRPr kumimoji="0" sz="1400">
                <a:solidFill>
                  <a:schemeClr val="tx2"/>
                </a:solidFill>
                <a:latin typeface="Arial" charset="0"/>
                <a:cs typeface="Arial" charset="0"/>
              </a:defRPr>
            </a:lvl1pPr>
          </a:lstStyle>
          <a:p>
            <a:pPr>
              <a:defRPr/>
            </a:pPr>
            <a:endParaRPr lang="en-US" altLang="en-US"/>
          </a:p>
        </p:txBody>
      </p:sp>
      <p:sp>
        <p:nvSpPr>
          <p:cNvPr id="7" name="Rectangle 6">
            <a:extLst>
              <a:ext uri="{FF2B5EF4-FFF2-40B4-BE49-F238E27FC236}">
                <a16:creationId xmlns:a16="http://schemas.microsoft.com/office/drawing/2014/main" id="{2A9E5076-743A-D1F8-7248-922C9C9EC0E7}"/>
              </a:ext>
            </a:extLst>
          </p:cNvPr>
          <p:cNvSpPr/>
          <p:nvPr/>
        </p:nvSpPr>
        <p:spPr bwMode="white">
          <a:xfrm>
            <a:off x="0" y="1235075"/>
            <a:ext cx="9144000" cy="31908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a:extLst>
              <a:ext uri="{FF2B5EF4-FFF2-40B4-BE49-F238E27FC236}">
                <a16:creationId xmlns:a16="http://schemas.microsoft.com/office/drawing/2014/main" id="{88587975-DB13-18D4-DBE0-555AA45A47E5}"/>
              </a:ext>
            </a:extLst>
          </p:cNvPr>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Rectangle 8">
            <a:extLst>
              <a:ext uri="{FF2B5EF4-FFF2-40B4-BE49-F238E27FC236}">
                <a16:creationId xmlns:a16="http://schemas.microsoft.com/office/drawing/2014/main" id="{17DB75D5-ECA3-3381-5041-2F6954BCB01B}"/>
              </a:ext>
            </a:extLst>
          </p:cNvPr>
          <p:cNvSpPr/>
          <p:nvPr/>
        </p:nvSpPr>
        <p:spPr>
          <a:xfrm>
            <a:off x="590550" y="1279525"/>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3" name="Slide Number Placeholder 22">
            <a:extLst>
              <a:ext uri="{FF2B5EF4-FFF2-40B4-BE49-F238E27FC236}">
                <a16:creationId xmlns:a16="http://schemas.microsoft.com/office/drawing/2014/main" id="{76DF1F86-D267-321D-CEAE-B6B1015503BF}"/>
              </a:ext>
            </a:extLst>
          </p:cNvPr>
          <p:cNvSpPr>
            <a:spLocks noGrp="1"/>
          </p:cNvSpPr>
          <p:nvPr>
            <p:ph type="sldNum" sz="quarter" idx="4"/>
          </p:nvPr>
        </p:nvSpPr>
        <p:spPr>
          <a:xfrm>
            <a:off x="0" y="1271588"/>
            <a:ext cx="533400" cy="244475"/>
          </a:xfrm>
          <a:prstGeom prst="rect">
            <a:avLst/>
          </a:prstGeom>
        </p:spPr>
        <p:txBody>
          <a:bodyPr vert="horz" wrap="square" lIns="91440" tIns="45720" rIns="91440" bIns="45720" numCol="1" anchor="ctr" anchorCtr="0" compatLnSpc="1">
            <a:prstTxWarp prst="textNoShape">
              <a:avLst/>
            </a:prstTxWarp>
            <a:normAutofit/>
          </a:bodyPr>
          <a:lstStyle>
            <a:lvl1pPr algn="ctr">
              <a:defRPr sz="1400">
                <a:solidFill>
                  <a:srgbClr val="FFFFFF"/>
                </a:solidFill>
              </a:defRPr>
            </a:lvl1pPr>
          </a:lstStyle>
          <a:p>
            <a:fld id="{16C34CD4-FB11-B347-8034-BB588E135D5A}"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110" r:id="rId1"/>
    <p:sldLayoutId id="2147484106" r:id="rId2"/>
    <p:sldLayoutId id="2147484111" r:id="rId3"/>
    <p:sldLayoutId id="2147484112" r:id="rId4"/>
    <p:sldLayoutId id="2147484113" r:id="rId5"/>
    <p:sldLayoutId id="2147484107" r:id="rId6"/>
    <p:sldLayoutId id="2147484114" r:id="rId7"/>
    <p:sldLayoutId id="2147484108" r:id="rId8"/>
    <p:sldLayoutId id="2147484115" r:id="rId9"/>
    <p:sldLayoutId id="2147484109" r:id="rId10"/>
    <p:sldLayoutId id="2147484116" r:id="rId11"/>
  </p:sldLayoutIdLst>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w Cen MT" pitchFamily="34" charset="0"/>
        </a:defRPr>
      </a:lvl2pPr>
      <a:lvl3pPr algn="l" rtl="0" eaLnBrk="0" fontAlgn="base" hangingPunct="0">
        <a:spcBef>
          <a:spcPct val="0"/>
        </a:spcBef>
        <a:spcAft>
          <a:spcPct val="0"/>
        </a:spcAft>
        <a:defRPr sz="4400">
          <a:solidFill>
            <a:schemeClr val="tx2"/>
          </a:solidFill>
          <a:latin typeface="Tw Cen MT" pitchFamily="34" charset="0"/>
        </a:defRPr>
      </a:lvl3pPr>
      <a:lvl4pPr algn="l" rtl="0" eaLnBrk="0" fontAlgn="base" hangingPunct="0">
        <a:spcBef>
          <a:spcPct val="0"/>
        </a:spcBef>
        <a:spcAft>
          <a:spcPct val="0"/>
        </a:spcAft>
        <a:defRPr sz="4400">
          <a:solidFill>
            <a:schemeClr val="tx2"/>
          </a:solidFill>
          <a:latin typeface="Tw Cen MT" pitchFamily="34" charset="0"/>
        </a:defRPr>
      </a:lvl4pPr>
      <a:lvl5pPr algn="l" rtl="0" eaLnBrk="0" fontAlgn="base" hangingPunct="0">
        <a:spcBef>
          <a:spcPct val="0"/>
        </a:spcBef>
        <a:spcAft>
          <a:spcPct val="0"/>
        </a:spcAft>
        <a:defRPr sz="4400">
          <a:solidFill>
            <a:schemeClr val="tx2"/>
          </a:solidFill>
          <a:latin typeface="Tw Cen MT" pitchFamily="34" charset="0"/>
        </a:defRPr>
      </a:lvl5pPr>
      <a:lvl6pPr marL="457200" algn="l" rtl="0" fontAlgn="base">
        <a:spcBef>
          <a:spcPct val="0"/>
        </a:spcBef>
        <a:spcAft>
          <a:spcPct val="0"/>
        </a:spcAft>
        <a:defRPr sz="4400">
          <a:solidFill>
            <a:schemeClr val="tx2"/>
          </a:solidFill>
          <a:latin typeface="Tw Cen MT" pitchFamily="34" charset="0"/>
        </a:defRPr>
      </a:lvl6pPr>
      <a:lvl7pPr marL="914400" algn="l" rtl="0" fontAlgn="base">
        <a:spcBef>
          <a:spcPct val="0"/>
        </a:spcBef>
        <a:spcAft>
          <a:spcPct val="0"/>
        </a:spcAft>
        <a:defRPr sz="4400">
          <a:solidFill>
            <a:schemeClr val="tx2"/>
          </a:solidFill>
          <a:latin typeface="Tw Cen MT" pitchFamily="34" charset="0"/>
        </a:defRPr>
      </a:lvl7pPr>
      <a:lvl8pPr marL="1371600" algn="l" rtl="0" fontAlgn="base">
        <a:spcBef>
          <a:spcPct val="0"/>
        </a:spcBef>
        <a:spcAft>
          <a:spcPct val="0"/>
        </a:spcAft>
        <a:defRPr sz="4400">
          <a:solidFill>
            <a:schemeClr val="tx2"/>
          </a:solidFill>
          <a:latin typeface="Tw Cen MT" pitchFamily="34" charset="0"/>
        </a:defRPr>
      </a:lvl8pPr>
      <a:lvl9pPr marL="1828800" algn="l" rtl="0" fontAlgn="base">
        <a:spcBef>
          <a:spcPct val="0"/>
        </a:spcBef>
        <a:spcAft>
          <a:spcPct val="0"/>
        </a:spcAft>
        <a:defRPr sz="4400">
          <a:solidFill>
            <a:schemeClr val="tx2"/>
          </a:solidFill>
          <a:latin typeface="Tw Cen MT" pitchFamily="34" charset="0"/>
        </a:defRPr>
      </a:lvl9pPr>
    </p:titleStyle>
    <p:bodyStyle>
      <a:lvl1pPr marL="319088" indent="-319088" algn="l" rtl="0" eaLnBrk="0" fontAlgn="base" hangingPunct="0">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0" fontAlgn="base" hangingPunct="0">
        <a:spcBef>
          <a:spcPts val="550"/>
        </a:spcBef>
        <a:spcAft>
          <a:spcPct val="0"/>
        </a:spcAft>
        <a:buClr>
          <a:schemeClr val="accent1"/>
        </a:buClr>
        <a:buSzPct val="70000"/>
        <a:buFont typeface="Wingdings 2" pitchFamily="2"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6DAE1-BFFC-3729-8CE0-D21366F68926}"/>
              </a:ext>
            </a:extLst>
          </p:cNvPr>
          <p:cNvSpPr>
            <a:spLocks noGrp="1"/>
          </p:cNvSpPr>
          <p:nvPr>
            <p:ph type="ctrTitle"/>
          </p:nvPr>
        </p:nvSpPr>
        <p:spPr>
          <a:xfrm>
            <a:off x="2362200" y="2057400"/>
            <a:ext cx="6477000" cy="3810000"/>
          </a:xfrm>
        </p:spPr>
        <p:txBody>
          <a:bodyPr>
            <a:normAutofit/>
          </a:bodyPr>
          <a:lstStyle/>
          <a:p>
            <a:pPr eaLnBrk="1" fontAlgn="auto" hangingPunct="1">
              <a:spcAft>
                <a:spcPts val="0"/>
              </a:spcAft>
              <a:defRPr/>
            </a:pPr>
            <a:r>
              <a:rPr lang="en-US" sz="2500" dirty="0">
                <a:solidFill>
                  <a:srgbClr val="EBDDC3"/>
                </a:solidFill>
              </a:rPr>
              <a:t>CSE 471: Machine learning</a:t>
            </a:r>
            <a:endParaRPr lang="en-US" sz="2800" i="1" dirty="0"/>
          </a:p>
        </p:txBody>
      </p:sp>
      <p:sp>
        <p:nvSpPr>
          <p:cNvPr id="9219" name="Subtitle 2">
            <a:extLst>
              <a:ext uri="{FF2B5EF4-FFF2-40B4-BE49-F238E27FC236}">
                <a16:creationId xmlns:a16="http://schemas.microsoft.com/office/drawing/2014/main" id="{081FC079-88E7-D0E9-28E2-919F29656DE7}"/>
              </a:ext>
            </a:extLst>
          </p:cNvPr>
          <p:cNvSpPr>
            <a:spLocks noGrp="1"/>
          </p:cNvSpPr>
          <p:nvPr>
            <p:ph type="subTitle" idx="1"/>
          </p:nvPr>
        </p:nvSpPr>
        <p:spPr>
          <a:xfrm>
            <a:off x="2362200" y="6049963"/>
            <a:ext cx="6705600" cy="685800"/>
          </a:xfrm>
        </p:spPr>
        <p:txBody>
          <a:bodyPr/>
          <a:lstStyle/>
          <a:p>
            <a:pPr eaLnBrk="1" hangingPunct="1"/>
            <a:r>
              <a:rPr lang="en-US" altLang="en-BD" sz="2400" b="1"/>
              <a:t>Learning Probabilistic Models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39E83635-12FB-61DD-DA99-46C642D9705F}"/>
              </a:ext>
            </a:extLst>
          </p:cNvPr>
          <p:cNvSpPr>
            <a:spLocks noGrp="1"/>
          </p:cNvSpPr>
          <p:nvPr>
            <p:ph type="title"/>
          </p:nvPr>
        </p:nvSpPr>
        <p:spPr>
          <a:xfrm>
            <a:off x="612775" y="228600"/>
            <a:ext cx="8153400" cy="990600"/>
          </a:xfrm>
        </p:spPr>
        <p:txBody>
          <a:bodyPr/>
          <a:lstStyle/>
          <a:p>
            <a:r>
              <a:rPr lang="en-US" altLang="en-BD"/>
              <a:t>Bayesian Learning</a:t>
            </a:r>
          </a:p>
        </p:txBody>
      </p:sp>
      <p:pic>
        <p:nvPicPr>
          <p:cNvPr id="11267" name="Picture 2">
            <a:extLst>
              <a:ext uri="{FF2B5EF4-FFF2-40B4-BE49-F238E27FC236}">
                <a16:creationId xmlns:a16="http://schemas.microsoft.com/office/drawing/2014/main" id="{9660DC5D-3318-5167-15EF-760AF033CA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1275" y="1524000"/>
            <a:ext cx="3895725" cy="2295525"/>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 name="Picture 3">
            <a:extLst>
              <a:ext uri="{FF2B5EF4-FFF2-40B4-BE49-F238E27FC236}">
                <a16:creationId xmlns:a16="http://schemas.microsoft.com/office/drawing/2014/main" id="{22EDFDCB-B3CB-F027-5A31-E63DE2166F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162425"/>
            <a:ext cx="3343275"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9" name="Picture 4">
            <a:extLst>
              <a:ext uri="{FF2B5EF4-FFF2-40B4-BE49-F238E27FC236}">
                <a16:creationId xmlns:a16="http://schemas.microsoft.com/office/drawing/2014/main" id="{983785C0-949D-4B85-A544-86385A1DC4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463" y="5257800"/>
            <a:ext cx="4148137"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70" name="TextBox 3">
            <a:extLst>
              <a:ext uri="{FF2B5EF4-FFF2-40B4-BE49-F238E27FC236}">
                <a16:creationId xmlns:a16="http://schemas.microsoft.com/office/drawing/2014/main" id="{51746F84-7AF7-63DA-181E-DE684E33306B}"/>
              </a:ext>
            </a:extLst>
          </p:cNvPr>
          <p:cNvSpPr txBox="1">
            <a:spLocks noChangeArrowheads="1"/>
          </p:cNvSpPr>
          <p:nvPr/>
        </p:nvSpPr>
        <p:spPr bwMode="auto">
          <a:xfrm>
            <a:off x="4189413" y="4125913"/>
            <a:ext cx="16002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cs typeface="Arial" panose="020B0604020202020204" pitchFamily="34" charset="0"/>
              </a:defRPr>
            </a:lvl1pPr>
            <a:lvl2pPr marL="742950" indent="-285750" eaLnBrk="0" hangingPunct="0">
              <a:defRPr b="1" i="1">
                <a:solidFill>
                  <a:schemeClr val="tx1"/>
                </a:solidFill>
                <a:latin typeface="Arial" panose="020B0604020202020204" pitchFamily="34" charset="0"/>
                <a:cs typeface="Arial" panose="020B0604020202020204" pitchFamily="34" charset="0"/>
              </a:defRPr>
            </a:lvl2pPr>
            <a:lvl3pPr marL="1143000" indent="-228600" eaLnBrk="0" hangingPunct="0">
              <a:defRPr b="1" i="1">
                <a:solidFill>
                  <a:schemeClr val="tx1"/>
                </a:solidFill>
                <a:latin typeface="Arial" panose="020B0604020202020204" pitchFamily="34" charset="0"/>
                <a:cs typeface="Arial" panose="020B0604020202020204" pitchFamily="34" charset="0"/>
              </a:defRPr>
            </a:lvl3pPr>
            <a:lvl4pPr marL="1600200" indent="-228600" eaLnBrk="0" hangingPunct="0">
              <a:defRPr b="1" i="1">
                <a:solidFill>
                  <a:schemeClr val="tx1"/>
                </a:solidFill>
                <a:latin typeface="Arial" panose="020B0604020202020204" pitchFamily="34" charset="0"/>
                <a:cs typeface="Arial" panose="020B0604020202020204" pitchFamily="34" charset="0"/>
              </a:defRPr>
            </a:lvl4pPr>
            <a:lvl5pPr marL="2057400" indent="-228600" eaLnBrk="0" hangingPunct="0">
              <a:defRPr b="1" i="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9pPr>
          </a:lstStyle>
          <a:p>
            <a:pPr eaLnBrk="1" hangingPunct="1"/>
            <a:r>
              <a:rPr lang="en-US" altLang="en-BD"/>
              <a:t>Hypothesis prior</a:t>
            </a:r>
          </a:p>
        </p:txBody>
      </p:sp>
      <p:sp>
        <p:nvSpPr>
          <p:cNvPr id="11271" name="TextBox 7">
            <a:extLst>
              <a:ext uri="{FF2B5EF4-FFF2-40B4-BE49-F238E27FC236}">
                <a16:creationId xmlns:a16="http://schemas.microsoft.com/office/drawing/2014/main" id="{283FCBCE-2AD7-A932-AB3C-190C2D9F07FE}"/>
              </a:ext>
            </a:extLst>
          </p:cNvPr>
          <p:cNvSpPr txBox="1">
            <a:spLocks noChangeArrowheads="1"/>
          </p:cNvSpPr>
          <p:nvPr/>
        </p:nvSpPr>
        <p:spPr bwMode="auto">
          <a:xfrm>
            <a:off x="4189413" y="4860925"/>
            <a:ext cx="1600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cs typeface="Arial" panose="020B0604020202020204" pitchFamily="34" charset="0"/>
              </a:defRPr>
            </a:lvl1pPr>
            <a:lvl2pPr marL="742950" indent="-285750" eaLnBrk="0" hangingPunct="0">
              <a:defRPr b="1" i="1">
                <a:solidFill>
                  <a:schemeClr val="tx1"/>
                </a:solidFill>
                <a:latin typeface="Arial" panose="020B0604020202020204" pitchFamily="34" charset="0"/>
                <a:cs typeface="Arial" panose="020B0604020202020204" pitchFamily="34" charset="0"/>
              </a:defRPr>
            </a:lvl2pPr>
            <a:lvl3pPr marL="1143000" indent="-228600" eaLnBrk="0" hangingPunct="0">
              <a:defRPr b="1" i="1">
                <a:solidFill>
                  <a:schemeClr val="tx1"/>
                </a:solidFill>
                <a:latin typeface="Arial" panose="020B0604020202020204" pitchFamily="34" charset="0"/>
                <a:cs typeface="Arial" panose="020B0604020202020204" pitchFamily="34" charset="0"/>
              </a:defRPr>
            </a:lvl3pPr>
            <a:lvl4pPr marL="1600200" indent="-228600" eaLnBrk="0" hangingPunct="0">
              <a:defRPr b="1" i="1">
                <a:solidFill>
                  <a:schemeClr val="tx1"/>
                </a:solidFill>
                <a:latin typeface="Arial" panose="020B0604020202020204" pitchFamily="34" charset="0"/>
                <a:cs typeface="Arial" panose="020B0604020202020204" pitchFamily="34" charset="0"/>
              </a:defRPr>
            </a:lvl4pPr>
            <a:lvl5pPr marL="2057400" indent="-228600" eaLnBrk="0" hangingPunct="0">
              <a:defRPr b="1" i="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9pPr>
          </a:lstStyle>
          <a:p>
            <a:pPr eaLnBrk="1" hangingPunct="1"/>
            <a:r>
              <a:rPr lang="en-US" altLang="en-BD"/>
              <a:t>Likelihood</a:t>
            </a:r>
          </a:p>
        </p:txBody>
      </p:sp>
      <p:cxnSp>
        <p:nvCxnSpPr>
          <p:cNvPr id="6" name="Straight Arrow Connector 5">
            <a:extLst>
              <a:ext uri="{FF2B5EF4-FFF2-40B4-BE49-F238E27FC236}">
                <a16:creationId xmlns:a16="http://schemas.microsoft.com/office/drawing/2014/main" id="{3FE92BC6-32D0-A7CA-4A4F-4A800D3A561A}"/>
              </a:ext>
            </a:extLst>
          </p:cNvPr>
          <p:cNvCxnSpPr>
            <a:stCxn id="11271" idx="1"/>
            <a:endCxn id="7" idx="2"/>
          </p:cNvCxnSpPr>
          <p:nvPr/>
        </p:nvCxnSpPr>
        <p:spPr>
          <a:xfrm flipH="1" flipV="1">
            <a:off x="2551113" y="4676775"/>
            <a:ext cx="1638300" cy="3683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1F50A3AF-FED4-2ACE-5B8E-3AA5CEAC6853}"/>
              </a:ext>
            </a:extLst>
          </p:cNvPr>
          <p:cNvSpPr/>
          <p:nvPr/>
        </p:nvSpPr>
        <p:spPr>
          <a:xfrm>
            <a:off x="2052638" y="4162425"/>
            <a:ext cx="995362" cy="5143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 name="Rectangle 14">
            <a:extLst>
              <a:ext uri="{FF2B5EF4-FFF2-40B4-BE49-F238E27FC236}">
                <a16:creationId xmlns:a16="http://schemas.microsoft.com/office/drawing/2014/main" id="{DDB07A2A-0762-B35D-8E91-555E4D805D2D}"/>
              </a:ext>
            </a:extLst>
          </p:cNvPr>
          <p:cNvSpPr/>
          <p:nvPr/>
        </p:nvSpPr>
        <p:spPr>
          <a:xfrm>
            <a:off x="3048000" y="4162425"/>
            <a:ext cx="604838" cy="5143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7" name="Straight Arrow Connector 16">
            <a:extLst>
              <a:ext uri="{FF2B5EF4-FFF2-40B4-BE49-F238E27FC236}">
                <a16:creationId xmlns:a16="http://schemas.microsoft.com/office/drawing/2014/main" id="{468DC338-A7D8-73DA-24E2-A35528BA8581}"/>
              </a:ext>
            </a:extLst>
          </p:cNvPr>
          <p:cNvCxnSpPr>
            <a:stCxn id="11270" idx="1"/>
            <a:endCxn id="11268" idx="3"/>
          </p:cNvCxnSpPr>
          <p:nvPr/>
        </p:nvCxnSpPr>
        <p:spPr>
          <a:xfrm flipH="1" flipV="1">
            <a:off x="3724275" y="4448175"/>
            <a:ext cx="46513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29DC5D7E-7B6A-7CD3-0EBE-D62A0BB12B40}"/>
              </a:ext>
            </a:extLst>
          </p:cNvPr>
          <p:cNvSpPr/>
          <p:nvPr/>
        </p:nvSpPr>
        <p:spPr>
          <a:xfrm>
            <a:off x="342900" y="5229225"/>
            <a:ext cx="1181100"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277" name="TextBox 20">
            <a:extLst>
              <a:ext uri="{FF2B5EF4-FFF2-40B4-BE49-F238E27FC236}">
                <a16:creationId xmlns:a16="http://schemas.microsoft.com/office/drawing/2014/main" id="{F189BFC4-C358-88E2-44CA-CF3BB20B9D07}"/>
              </a:ext>
            </a:extLst>
          </p:cNvPr>
          <p:cNvSpPr txBox="1">
            <a:spLocks noChangeArrowheads="1"/>
          </p:cNvSpPr>
          <p:nvPr/>
        </p:nvSpPr>
        <p:spPr bwMode="auto">
          <a:xfrm>
            <a:off x="1749425" y="6488113"/>
            <a:ext cx="1600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cs typeface="Arial" panose="020B0604020202020204" pitchFamily="34" charset="0"/>
              </a:defRPr>
            </a:lvl1pPr>
            <a:lvl2pPr marL="742950" indent="-285750" eaLnBrk="0" hangingPunct="0">
              <a:defRPr b="1" i="1">
                <a:solidFill>
                  <a:schemeClr val="tx1"/>
                </a:solidFill>
                <a:latin typeface="Arial" panose="020B0604020202020204" pitchFamily="34" charset="0"/>
                <a:cs typeface="Arial" panose="020B0604020202020204" pitchFamily="34" charset="0"/>
              </a:defRPr>
            </a:lvl2pPr>
            <a:lvl3pPr marL="1143000" indent="-228600" eaLnBrk="0" hangingPunct="0">
              <a:defRPr b="1" i="1">
                <a:solidFill>
                  <a:schemeClr val="tx1"/>
                </a:solidFill>
                <a:latin typeface="Arial" panose="020B0604020202020204" pitchFamily="34" charset="0"/>
                <a:cs typeface="Arial" panose="020B0604020202020204" pitchFamily="34" charset="0"/>
              </a:defRPr>
            </a:lvl3pPr>
            <a:lvl4pPr marL="1600200" indent="-228600" eaLnBrk="0" hangingPunct="0">
              <a:defRPr b="1" i="1">
                <a:solidFill>
                  <a:schemeClr val="tx1"/>
                </a:solidFill>
                <a:latin typeface="Arial" panose="020B0604020202020204" pitchFamily="34" charset="0"/>
                <a:cs typeface="Arial" panose="020B0604020202020204" pitchFamily="34" charset="0"/>
              </a:defRPr>
            </a:lvl4pPr>
            <a:lvl5pPr marL="2057400" indent="-228600" eaLnBrk="0" hangingPunct="0">
              <a:defRPr b="1" i="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9pPr>
          </a:lstStyle>
          <a:p>
            <a:pPr eaLnBrk="1" hangingPunct="1"/>
            <a:r>
              <a:rPr lang="en-US" altLang="en-BD"/>
              <a:t>Prediction</a:t>
            </a:r>
          </a:p>
        </p:txBody>
      </p:sp>
      <p:cxnSp>
        <p:nvCxnSpPr>
          <p:cNvPr id="22" name="Straight Arrow Connector 21">
            <a:extLst>
              <a:ext uri="{FF2B5EF4-FFF2-40B4-BE49-F238E27FC236}">
                <a16:creationId xmlns:a16="http://schemas.microsoft.com/office/drawing/2014/main" id="{70AD71EA-EBDD-E217-7460-29019E47EE4E}"/>
              </a:ext>
            </a:extLst>
          </p:cNvPr>
          <p:cNvCxnSpPr>
            <a:stCxn id="11277" idx="1"/>
          </p:cNvCxnSpPr>
          <p:nvPr/>
        </p:nvCxnSpPr>
        <p:spPr>
          <a:xfrm flipH="1" flipV="1">
            <a:off x="1143000" y="6143625"/>
            <a:ext cx="606425" cy="5302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1279" name="Picture 2">
            <a:extLst>
              <a:ext uri="{FF2B5EF4-FFF2-40B4-BE49-F238E27FC236}">
                <a16:creationId xmlns:a16="http://schemas.microsoft.com/office/drawing/2014/main" id="{F9A9CEE5-FF3E-F13C-86FD-0B8F3AF620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0913" y="4610100"/>
            <a:ext cx="2884487" cy="876300"/>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4F7B7AE9-194C-F390-A1E1-539FC29BF38E}"/>
              </a:ext>
            </a:extLst>
          </p:cNvPr>
          <p:cNvSpPr>
            <a:spLocks noGrp="1"/>
          </p:cNvSpPr>
          <p:nvPr>
            <p:ph type="title"/>
          </p:nvPr>
        </p:nvSpPr>
        <p:spPr>
          <a:xfrm>
            <a:off x="612775" y="228600"/>
            <a:ext cx="8153400" cy="990600"/>
          </a:xfrm>
        </p:spPr>
        <p:txBody>
          <a:bodyPr/>
          <a:lstStyle/>
          <a:p>
            <a:r>
              <a:rPr lang="en-US" altLang="en-BD"/>
              <a:t>Bayesian Learning</a:t>
            </a:r>
          </a:p>
        </p:txBody>
      </p:sp>
      <p:pic>
        <p:nvPicPr>
          <p:cNvPr id="12291" name="Picture 3">
            <a:extLst>
              <a:ext uri="{FF2B5EF4-FFF2-40B4-BE49-F238E27FC236}">
                <a16:creationId xmlns:a16="http://schemas.microsoft.com/office/drawing/2014/main" id="{93F15225-A0CF-FF1B-F31A-269A52DAAC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828800"/>
            <a:ext cx="87503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3D143D8D-89F8-7934-168B-CBFBAA45CD41}"/>
              </a:ext>
            </a:extLst>
          </p:cNvPr>
          <p:cNvSpPr>
            <a:spLocks noGrp="1"/>
          </p:cNvSpPr>
          <p:nvPr>
            <p:ph type="title"/>
          </p:nvPr>
        </p:nvSpPr>
        <p:spPr>
          <a:xfrm>
            <a:off x="612775" y="228600"/>
            <a:ext cx="8153400" cy="990600"/>
          </a:xfrm>
        </p:spPr>
        <p:txBody>
          <a:bodyPr/>
          <a:lstStyle/>
          <a:p>
            <a:r>
              <a:rPr lang="en-US" altLang="en-BD"/>
              <a:t>Maximum a posteriori hypothesis</a:t>
            </a:r>
          </a:p>
        </p:txBody>
      </p:sp>
      <p:sp>
        <p:nvSpPr>
          <p:cNvPr id="13315" name="Content Placeholder 2">
            <a:extLst>
              <a:ext uri="{FF2B5EF4-FFF2-40B4-BE49-F238E27FC236}">
                <a16:creationId xmlns:a16="http://schemas.microsoft.com/office/drawing/2014/main" id="{B18CD892-FF2F-763F-5A6E-542993E6133E}"/>
              </a:ext>
            </a:extLst>
          </p:cNvPr>
          <p:cNvSpPr>
            <a:spLocks noGrp="1"/>
          </p:cNvSpPr>
          <p:nvPr>
            <p:ph sz="quarter" idx="1"/>
          </p:nvPr>
        </p:nvSpPr>
        <p:spPr>
          <a:xfrm>
            <a:off x="612775" y="1600200"/>
            <a:ext cx="8153400" cy="4495800"/>
          </a:xfrm>
        </p:spPr>
        <p:txBody>
          <a:bodyPr/>
          <a:lstStyle/>
          <a:p>
            <a:r>
              <a:rPr lang="en-US" altLang="en-BD"/>
              <a:t>Single most probable hypothesis</a:t>
            </a:r>
          </a:p>
          <a:p>
            <a:r>
              <a:rPr lang="en-US" altLang="en-BD"/>
              <a:t>An h</a:t>
            </a:r>
            <a:r>
              <a:rPr lang="en-US" altLang="en-BD" baseline="-25000"/>
              <a:t>i </a:t>
            </a:r>
            <a:r>
              <a:rPr lang="en-US" altLang="en-BD"/>
              <a:t>that maximizes </a:t>
            </a:r>
            <a:r>
              <a:rPr lang="en-US" altLang="en-BD" i="1"/>
              <a:t>P</a:t>
            </a:r>
            <a:r>
              <a:rPr lang="en-US" altLang="en-BD"/>
              <a:t>(</a:t>
            </a:r>
            <a:r>
              <a:rPr lang="en-US" altLang="en-BD" i="1"/>
              <a:t>h</a:t>
            </a:r>
            <a:r>
              <a:rPr lang="en-US" altLang="en-BD" i="1" baseline="-25000"/>
              <a:t>i</a:t>
            </a:r>
            <a:r>
              <a:rPr lang="en-US" altLang="en-BD"/>
              <a:t>|</a:t>
            </a:r>
            <a:r>
              <a:rPr lang="en-US" altLang="en-BD" i="1"/>
              <a:t>d</a:t>
            </a:r>
            <a:r>
              <a:rPr lang="en-US" altLang="en-BD"/>
              <a:t>)</a:t>
            </a:r>
            <a:endParaRPr lang="en-US" altLang="en-BD" baseline="-25000"/>
          </a:p>
          <a:p>
            <a:r>
              <a:rPr lang="en-US" altLang="en-BD"/>
              <a:t>Optimization problem, rather than summation</a:t>
            </a:r>
          </a:p>
          <a:p>
            <a:pPr lvl="1"/>
            <a:r>
              <a:rPr lang="en-US" altLang="en-BD"/>
              <a:t>Often times, it is much easier to solve</a:t>
            </a:r>
          </a:p>
          <a:p>
            <a:endParaRPr lang="en-US" altLang="en-BD"/>
          </a:p>
          <a:p>
            <a:endParaRPr lang="en-US" altLang="en-BD"/>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3F437F65-68A2-0C2C-F8C3-EA1FE460F844}"/>
              </a:ext>
            </a:extLst>
          </p:cNvPr>
          <p:cNvSpPr>
            <a:spLocks noGrp="1"/>
          </p:cNvSpPr>
          <p:nvPr>
            <p:ph type="title"/>
          </p:nvPr>
        </p:nvSpPr>
        <p:spPr>
          <a:xfrm>
            <a:off x="612775" y="228600"/>
            <a:ext cx="8153400" cy="990600"/>
          </a:xfrm>
        </p:spPr>
        <p:txBody>
          <a:bodyPr/>
          <a:lstStyle/>
          <a:p>
            <a:r>
              <a:rPr lang="en-US" altLang="en-BD"/>
              <a:t>Maximum-Likelihood hypothesis</a:t>
            </a:r>
          </a:p>
        </p:txBody>
      </p:sp>
      <p:sp>
        <p:nvSpPr>
          <p:cNvPr id="14339" name="Content Placeholder 2">
            <a:extLst>
              <a:ext uri="{FF2B5EF4-FFF2-40B4-BE49-F238E27FC236}">
                <a16:creationId xmlns:a16="http://schemas.microsoft.com/office/drawing/2014/main" id="{F7E91F82-0AF5-B318-8842-4FC7F8790A0B}"/>
              </a:ext>
            </a:extLst>
          </p:cNvPr>
          <p:cNvSpPr>
            <a:spLocks noGrp="1"/>
          </p:cNvSpPr>
          <p:nvPr>
            <p:ph sz="quarter" idx="1"/>
          </p:nvPr>
        </p:nvSpPr>
        <p:spPr>
          <a:xfrm>
            <a:off x="612775" y="1600200"/>
            <a:ext cx="8153400" cy="4495800"/>
          </a:xfrm>
        </p:spPr>
        <p:txBody>
          <a:bodyPr/>
          <a:lstStyle/>
          <a:p>
            <a:r>
              <a:rPr lang="en-US" altLang="en-BD"/>
              <a:t>Uniform prior assumed over the hypothesis space</a:t>
            </a:r>
          </a:p>
          <a:p>
            <a:r>
              <a:rPr lang="en-US" altLang="en-BD"/>
              <a:t>Find the </a:t>
            </a:r>
            <a:r>
              <a:rPr lang="en-US" altLang="en-BD" i="1"/>
              <a:t>h</a:t>
            </a:r>
            <a:r>
              <a:rPr lang="en-US" altLang="en-BD" i="1" baseline="-25000"/>
              <a:t>i</a:t>
            </a:r>
            <a:r>
              <a:rPr lang="en-US" altLang="en-BD"/>
              <a:t> that maximizes </a:t>
            </a:r>
            <a:r>
              <a:rPr lang="en-US" altLang="en-BD" i="1"/>
              <a:t>P</a:t>
            </a:r>
            <a:r>
              <a:rPr lang="en-US" altLang="en-BD"/>
              <a:t>(</a:t>
            </a:r>
            <a:r>
              <a:rPr lang="en-US" altLang="en-BD" i="1"/>
              <a:t>d</a:t>
            </a:r>
            <a:r>
              <a:rPr lang="en-US" altLang="en-BD"/>
              <a:t>|</a:t>
            </a:r>
            <a:r>
              <a:rPr lang="en-US" altLang="en-BD" i="1"/>
              <a:t>h</a:t>
            </a:r>
            <a:r>
              <a:rPr lang="en-US" altLang="en-BD" i="1" baseline="-25000"/>
              <a:t>i</a:t>
            </a:r>
            <a:r>
              <a:rPr lang="en-US" altLang="en-BD"/>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53265387-298D-2B21-0D82-66522C613462}"/>
              </a:ext>
            </a:extLst>
          </p:cNvPr>
          <p:cNvSpPr>
            <a:spLocks noGrp="1"/>
          </p:cNvSpPr>
          <p:nvPr>
            <p:ph type="title"/>
          </p:nvPr>
        </p:nvSpPr>
        <p:spPr>
          <a:xfrm>
            <a:off x="612775" y="228600"/>
            <a:ext cx="8153400" cy="990600"/>
          </a:xfrm>
        </p:spPr>
        <p:txBody>
          <a:bodyPr/>
          <a:lstStyle/>
          <a:p>
            <a:r>
              <a:rPr lang="en-US" altLang="en-BD"/>
              <a:t>ML parameter learning</a:t>
            </a:r>
          </a:p>
        </p:txBody>
      </p:sp>
      <p:pic>
        <p:nvPicPr>
          <p:cNvPr id="15363" name="Picture 2">
            <a:extLst>
              <a:ext uri="{FF2B5EF4-FFF2-40B4-BE49-F238E27FC236}">
                <a16:creationId xmlns:a16="http://schemas.microsoft.com/office/drawing/2014/main" id="{435C238E-3B64-FD19-E2D5-A3FF8C2428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1213" y="1600200"/>
            <a:ext cx="4700587" cy="10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4" name="Picture 3">
            <a:extLst>
              <a:ext uri="{FF2B5EF4-FFF2-40B4-BE49-F238E27FC236}">
                <a16:creationId xmlns:a16="http://schemas.microsoft.com/office/drawing/2014/main" id="{660BEA6B-AC21-B07B-A53E-38D6CB6A46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938" y="2743200"/>
            <a:ext cx="7904162"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5" name="Picture 4">
            <a:extLst>
              <a:ext uri="{FF2B5EF4-FFF2-40B4-BE49-F238E27FC236}">
                <a16:creationId xmlns:a16="http://schemas.microsoft.com/office/drawing/2014/main" id="{614D8CEB-B765-1F82-568F-6960DB2381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4191000"/>
            <a:ext cx="7196138"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B19B1FF3-F405-39A1-4E8B-A68A1BADB8C7}"/>
              </a:ext>
            </a:extLst>
          </p:cNvPr>
          <p:cNvSpPr>
            <a:spLocks noGrp="1"/>
          </p:cNvSpPr>
          <p:nvPr>
            <p:ph type="title"/>
          </p:nvPr>
        </p:nvSpPr>
        <p:spPr>
          <a:xfrm>
            <a:off x="612775" y="228600"/>
            <a:ext cx="8153400" cy="990600"/>
          </a:xfrm>
        </p:spPr>
        <p:txBody>
          <a:bodyPr/>
          <a:lstStyle/>
          <a:p>
            <a:r>
              <a:rPr lang="en-US" altLang="en-BD"/>
              <a:t>ML parameter learning</a:t>
            </a:r>
          </a:p>
        </p:txBody>
      </p:sp>
      <p:pic>
        <p:nvPicPr>
          <p:cNvPr id="16387" name="Picture 2">
            <a:extLst>
              <a:ext uri="{FF2B5EF4-FFF2-40B4-BE49-F238E27FC236}">
                <a16:creationId xmlns:a16="http://schemas.microsoft.com/office/drawing/2014/main" id="{53375762-7057-62D5-36F8-231D5C1E54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675" y="1600200"/>
            <a:ext cx="7604125" cy="5148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B380488C-9D68-2C0B-CBEE-091900915447}"/>
              </a:ext>
            </a:extLst>
          </p:cNvPr>
          <p:cNvSpPr>
            <a:spLocks noGrp="1"/>
          </p:cNvSpPr>
          <p:nvPr>
            <p:ph type="title"/>
          </p:nvPr>
        </p:nvSpPr>
        <p:spPr>
          <a:xfrm>
            <a:off x="612775" y="228600"/>
            <a:ext cx="8153400" cy="990600"/>
          </a:xfrm>
        </p:spPr>
        <p:txBody>
          <a:bodyPr/>
          <a:lstStyle/>
          <a:p>
            <a:r>
              <a:rPr lang="en-US" altLang="en-BD"/>
              <a:t>ML parameter learning</a:t>
            </a:r>
          </a:p>
        </p:txBody>
      </p:sp>
      <p:pic>
        <p:nvPicPr>
          <p:cNvPr id="17411" name="Picture 2">
            <a:extLst>
              <a:ext uri="{FF2B5EF4-FFF2-40B4-BE49-F238E27FC236}">
                <a16:creationId xmlns:a16="http://schemas.microsoft.com/office/drawing/2014/main" id="{4ACBDD1C-D28C-62C0-7A6F-EA8F141DB3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213" y="1600200"/>
            <a:ext cx="713898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2" name="Picture 3">
            <a:extLst>
              <a:ext uri="{FF2B5EF4-FFF2-40B4-BE49-F238E27FC236}">
                <a16:creationId xmlns:a16="http://schemas.microsoft.com/office/drawing/2014/main" id="{E64AC9F4-6FDB-D32A-C342-3D4B6C8D6B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650" y="3048000"/>
            <a:ext cx="8210550"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3" name="Picture 4">
            <a:extLst>
              <a:ext uri="{FF2B5EF4-FFF2-40B4-BE49-F238E27FC236}">
                <a16:creationId xmlns:a16="http://schemas.microsoft.com/office/drawing/2014/main" id="{7AB27DCF-1B40-40BF-A0DA-7DBC6DB4C2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70038" y="4076700"/>
            <a:ext cx="6126162"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D0D97571-D048-21A9-43CA-5F8E51061A93}"/>
              </a:ext>
            </a:extLst>
          </p:cNvPr>
          <p:cNvSpPr>
            <a:spLocks noGrp="1"/>
          </p:cNvSpPr>
          <p:nvPr>
            <p:ph type="title"/>
          </p:nvPr>
        </p:nvSpPr>
        <p:spPr>
          <a:xfrm>
            <a:off x="612775" y="228600"/>
            <a:ext cx="8153400" cy="990600"/>
          </a:xfrm>
        </p:spPr>
        <p:txBody>
          <a:bodyPr/>
          <a:lstStyle/>
          <a:p>
            <a:r>
              <a:rPr lang="en-US" altLang="en-BD" sz="3500"/>
              <a:t>ML parameter learning (Continuous model)</a:t>
            </a:r>
          </a:p>
        </p:txBody>
      </p:sp>
      <p:pic>
        <p:nvPicPr>
          <p:cNvPr id="20483" name="Picture 2">
            <a:extLst>
              <a:ext uri="{FF2B5EF4-FFF2-40B4-BE49-F238E27FC236}">
                <a16:creationId xmlns:a16="http://schemas.microsoft.com/office/drawing/2014/main" id="{63706F50-1936-D908-A2B8-5236773283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1313" y="1581150"/>
            <a:ext cx="3381375" cy="1466850"/>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4" name="Picture 3">
            <a:extLst>
              <a:ext uri="{FF2B5EF4-FFF2-40B4-BE49-F238E27FC236}">
                <a16:creationId xmlns:a16="http://schemas.microsoft.com/office/drawing/2014/main" id="{98C12D07-92F9-E7FA-B325-B0144ECE7F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124200"/>
            <a:ext cx="7718425" cy="124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5" name="Picture 5">
            <a:extLst>
              <a:ext uri="{FF2B5EF4-FFF2-40B4-BE49-F238E27FC236}">
                <a16:creationId xmlns:a16="http://schemas.microsoft.com/office/drawing/2014/main" id="{B91FF844-C66C-4037-4E7D-057C995FB9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4300538"/>
            <a:ext cx="8097838" cy="1795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607F06BA-AB99-10C1-57FF-A6C439FBAC12}"/>
              </a:ext>
            </a:extLst>
          </p:cNvPr>
          <p:cNvSpPr>
            <a:spLocks noGrp="1"/>
          </p:cNvSpPr>
          <p:nvPr>
            <p:ph type="title"/>
          </p:nvPr>
        </p:nvSpPr>
        <p:spPr>
          <a:xfrm>
            <a:off x="612775" y="228600"/>
            <a:ext cx="8153400" cy="990600"/>
          </a:xfrm>
        </p:spPr>
        <p:txBody>
          <a:bodyPr/>
          <a:lstStyle/>
          <a:p>
            <a:r>
              <a:rPr lang="en-US" altLang="en-BD"/>
              <a:t>Conditional distribution P(Y|X)</a:t>
            </a:r>
          </a:p>
        </p:txBody>
      </p:sp>
      <p:sp>
        <p:nvSpPr>
          <p:cNvPr id="21507" name="Content Placeholder 2">
            <a:extLst>
              <a:ext uri="{FF2B5EF4-FFF2-40B4-BE49-F238E27FC236}">
                <a16:creationId xmlns:a16="http://schemas.microsoft.com/office/drawing/2014/main" id="{7CE7CC38-E7CA-497B-7C8D-BE208E800B9F}"/>
              </a:ext>
            </a:extLst>
          </p:cNvPr>
          <p:cNvSpPr>
            <a:spLocks noGrp="1"/>
          </p:cNvSpPr>
          <p:nvPr>
            <p:ph sz="quarter" idx="1"/>
          </p:nvPr>
        </p:nvSpPr>
        <p:spPr>
          <a:xfrm>
            <a:off x="612775" y="1600200"/>
            <a:ext cx="8153400" cy="1524000"/>
          </a:xfrm>
        </p:spPr>
        <p:txBody>
          <a:bodyPr/>
          <a:lstStyle/>
          <a:p>
            <a:r>
              <a:rPr lang="en-US" altLang="en-BD"/>
              <a:t>Y has a Gaussian distribution</a:t>
            </a:r>
          </a:p>
          <a:p>
            <a:pPr lvl="1"/>
            <a:r>
              <a:rPr lang="en-US" altLang="en-BD"/>
              <a:t>Fixed standard deviation</a:t>
            </a:r>
          </a:p>
          <a:p>
            <a:pPr lvl="1"/>
            <a:r>
              <a:rPr lang="en-US" altLang="en-BD"/>
              <a:t>Mean is linearly dependent on X</a:t>
            </a:r>
          </a:p>
        </p:txBody>
      </p:sp>
      <p:pic>
        <p:nvPicPr>
          <p:cNvPr id="21508" name="Picture 2">
            <a:extLst>
              <a:ext uri="{FF2B5EF4-FFF2-40B4-BE49-F238E27FC236}">
                <a16:creationId xmlns:a16="http://schemas.microsoft.com/office/drawing/2014/main" id="{996204CF-A022-1055-F539-33D4200A07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6800" y="3276600"/>
            <a:ext cx="42164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09" name="Picture 3">
            <a:extLst>
              <a:ext uri="{FF2B5EF4-FFF2-40B4-BE49-F238E27FC236}">
                <a16:creationId xmlns:a16="http://schemas.microsoft.com/office/drawing/2014/main" id="{BEFBD72C-D5E8-D674-D6C9-A6BF016EB6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1788" y="5772150"/>
            <a:ext cx="2843212"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510" name="TextBox 3">
            <a:extLst>
              <a:ext uri="{FF2B5EF4-FFF2-40B4-BE49-F238E27FC236}">
                <a16:creationId xmlns:a16="http://schemas.microsoft.com/office/drawing/2014/main" id="{3D0245DD-CB42-56FF-3EF0-37D07D8A472F}"/>
              </a:ext>
            </a:extLst>
          </p:cNvPr>
          <p:cNvSpPr txBox="1">
            <a:spLocks noChangeArrowheads="1"/>
          </p:cNvSpPr>
          <p:nvPr/>
        </p:nvSpPr>
        <p:spPr bwMode="auto">
          <a:xfrm>
            <a:off x="533400" y="4876800"/>
            <a:ext cx="8001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b="1" i="1">
                <a:solidFill>
                  <a:schemeClr val="tx1"/>
                </a:solidFill>
                <a:latin typeface="Arial" panose="020B0604020202020204" pitchFamily="34" charset="0"/>
                <a:cs typeface="Arial" panose="020B0604020202020204" pitchFamily="34" charset="0"/>
              </a:defRPr>
            </a:lvl1pPr>
            <a:lvl2pPr marL="742950" indent="-285750" eaLnBrk="0" hangingPunct="0">
              <a:defRPr b="1" i="1">
                <a:solidFill>
                  <a:schemeClr val="tx1"/>
                </a:solidFill>
                <a:latin typeface="Arial" panose="020B0604020202020204" pitchFamily="34" charset="0"/>
                <a:cs typeface="Arial" panose="020B0604020202020204" pitchFamily="34" charset="0"/>
              </a:defRPr>
            </a:lvl2pPr>
            <a:lvl3pPr marL="1143000" indent="-228600" eaLnBrk="0" hangingPunct="0">
              <a:defRPr b="1" i="1">
                <a:solidFill>
                  <a:schemeClr val="tx1"/>
                </a:solidFill>
                <a:latin typeface="Arial" panose="020B0604020202020204" pitchFamily="34" charset="0"/>
                <a:cs typeface="Arial" panose="020B0604020202020204" pitchFamily="34" charset="0"/>
              </a:defRPr>
            </a:lvl3pPr>
            <a:lvl4pPr marL="1600200" indent="-228600" eaLnBrk="0" hangingPunct="0">
              <a:defRPr b="1" i="1">
                <a:solidFill>
                  <a:schemeClr val="tx1"/>
                </a:solidFill>
                <a:latin typeface="Arial" panose="020B0604020202020204" pitchFamily="34" charset="0"/>
                <a:cs typeface="Arial" panose="020B0604020202020204" pitchFamily="34" charset="0"/>
              </a:defRPr>
            </a:lvl4pPr>
            <a:lvl5pPr marL="2057400" indent="-228600" eaLnBrk="0" hangingPunct="0">
              <a:defRPr b="1" i="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cs typeface="Arial" panose="020B0604020202020204" pitchFamily="34" charset="0"/>
              </a:defRPr>
            </a:lvl9pPr>
          </a:lstStyle>
          <a:p>
            <a:pPr eaLnBrk="1" hangingPunct="1">
              <a:buFont typeface="Wingdings" pitchFamily="2" charset="2"/>
              <a:buChar char="Ø"/>
            </a:pPr>
            <a:r>
              <a:rPr lang="en-US" altLang="en-BD" sz="2400" b="0" i="0"/>
              <a:t>Maximizing the log likelihood with respect to these parameters is the same as </a:t>
            </a:r>
            <a:r>
              <a:rPr lang="en-US" altLang="en-BD" sz="2400" b="0"/>
              <a:t>minimizing:</a:t>
            </a:r>
            <a:endParaRPr lang="en-US" altLang="en-BD" sz="240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themeOverride>
</file>

<file path=docProps/app.xml><?xml version="1.0" encoding="utf-8"?>
<Properties xmlns="http://schemas.openxmlformats.org/officeDocument/2006/extended-properties" xmlns:vt="http://schemas.openxmlformats.org/officeDocument/2006/docPropsVTypes">
  <Template>Median</Template>
  <TotalTime>18802</TotalTime>
  <Words>401</Words>
  <Application>Microsoft Macintosh PowerPoint</Application>
  <PresentationFormat>On-screen Show (4:3)</PresentationFormat>
  <Paragraphs>38</Paragraphs>
  <Slides>10</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Tw Cen MT</vt:lpstr>
      <vt:lpstr>Wingdings</vt:lpstr>
      <vt:lpstr>Wingdings 2</vt:lpstr>
      <vt:lpstr>Calibri</vt:lpstr>
      <vt:lpstr>Symbol</vt:lpstr>
      <vt:lpstr>Times New Roman</vt:lpstr>
      <vt:lpstr>Median</vt:lpstr>
      <vt:lpstr>CSE 471: Machine learning</vt:lpstr>
      <vt:lpstr>Bayesian Learning</vt:lpstr>
      <vt:lpstr>Bayesian Learning</vt:lpstr>
      <vt:lpstr>Maximum a posteriori hypothesis</vt:lpstr>
      <vt:lpstr>Maximum-Likelihood hypothesis</vt:lpstr>
      <vt:lpstr>ML parameter learning</vt:lpstr>
      <vt:lpstr>ML parameter learning</vt:lpstr>
      <vt:lpstr>ML parameter learning</vt:lpstr>
      <vt:lpstr>ML parameter learning (Continuous model)</vt:lpstr>
      <vt:lpstr>Conditional distribution P(Y|X)</vt:lpstr>
    </vt:vector>
  </TitlesOfParts>
  <Company>UCSD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BLAST</dc:title>
  <dc:creator>Sophie Daudenarde</dc:creator>
  <cp:lastModifiedBy>Mehedi Hasan</cp:lastModifiedBy>
  <cp:revision>551</cp:revision>
  <dcterms:created xsi:type="dcterms:W3CDTF">2004-05-24T21:30:51Z</dcterms:created>
  <dcterms:modified xsi:type="dcterms:W3CDTF">2026-02-21T17:48:59Z</dcterms:modified>
</cp:coreProperties>
</file>