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94" roundtripDataSignature="AMtx7miTMzaQVPVsHyzCK6Z0OfQER+I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88" Type="http://schemas.openxmlformats.org/officeDocument/2006/relationships/slide" Target="slides/slide83.xml"/><Relationship Id="rId43" Type="http://schemas.openxmlformats.org/officeDocument/2006/relationships/slide" Target="slides/slide38.xml"/><Relationship Id="rId87" Type="http://schemas.openxmlformats.org/officeDocument/2006/relationships/slide" Target="slides/slide82.xml"/><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94" Type="http://customschemas.google.com/relationships/presentationmetadata" Target="metadata"/><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1" name="Google Shape;9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5" name="Google Shape;10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2" name="Google Shape;11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9" name="Google Shape;11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 name="Google Shape;12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 name="Google Shape;13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1" name="Google Shape;14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6.2.1.1 ip route Command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8" name="Google Shape;14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Google Shape;15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2" name="Google Shape;16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6.2.2.3 Verify a Default Static Route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0" name="Google Shape;17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7" name="Google Shape;17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4" name="Google Shape;18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2" name="Google Shape;19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4" name="Google Shape;20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1" name="Google Shape;21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8" name="Google Shape;21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6" name="Google Shape;22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4" name="Google Shape;23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7.1.1.2 Purpose of Dynamic Routing Protocols (cont.)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1" name="Google Shape;24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7.1.1.3 The Role of Dynamic Routing Protocols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8" name="Google Shape;24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5" name="Google Shape;25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2" name="Google Shape;26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1" name="Google Shape;27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0" name="Google Shape;28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9" name="Google Shape;28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6" name="Google Shape;29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5" name="Google Shape;30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3" name="Google Shape;31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2" name="Google Shape;322;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 name="Google Shape;70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 name="Google Shape;84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7" name="Google Shape;97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5" name="Google Shape;1115;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3" name="Google Shape;1253;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1" name="Google Shape;139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9" name="Google Shape;1529;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7" name="Google Shape;166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5" name="Google Shape;1805;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4" name="Shape 1934"/>
        <p:cNvGrpSpPr/>
        <p:nvPr/>
      </p:nvGrpSpPr>
      <p:grpSpPr>
        <a:xfrm>
          <a:off x="0" y="0"/>
          <a:ext cx="0" cy="0"/>
          <a:chOff x="0" y="0"/>
          <a:chExt cx="0" cy="0"/>
        </a:xfrm>
      </p:grpSpPr>
      <p:sp>
        <p:nvSpPr>
          <p:cNvPr id="1935" name="Google Shape;1935;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6" name="Google Shape;1936;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7" name="Google Shape;2067;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1" name="Shape 2201"/>
        <p:cNvGrpSpPr/>
        <p:nvPr/>
      </p:nvGrpSpPr>
      <p:grpSpPr>
        <a:xfrm>
          <a:off x="0" y="0"/>
          <a:ext cx="0" cy="0"/>
          <a:chOff x="0" y="0"/>
          <a:chExt cx="0" cy="0"/>
        </a:xfrm>
      </p:grpSpPr>
      <p:sp>
        <p:nvSpPr>
          <p:cNvPr id="2202" name="Google Shape;2202;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3" name="Google Shape;2203;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7" name="Shape 2337"/>
        <p:cNvGrpSpPr/>
        <p:nvPr/>
      </p:nvGrpSpPr>
      <p:grpSpPr>
        <a:xfrm>
          <a:off x="0" y="0"/>
          <a:ext cx="0" cy="0"/>
          <a:chOff x="0" y="0"/>
          <a:chExt cx="0" cy="0"/>
        </a:xfrm>
      </p:grpSpPr>
      <p:sp>
        <p:nvSpPr>
          <p:cNvPr id="2338" name="Google Shape;2338;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9" name="Google Shape;2339;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5" name="Google Shape;2345;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8" name="Shape 2478"/>
        <p:cNvGrpSpPr/>
        <p:nvPr/>
      </p:nvGrpSpPr>
      <p:grpSpPr>
        <a:xfrm>
          <a:off x="0" y="0"/>
          <a:ext cx="0" cy="0"/>
          <a:chOff x="0" y="0"/>
          <a:chExt cx="0" cy="0"/>
        </a:xfrm>
      </p:grpSpPr>
      <p:sp>
        <p:nvSpPr>
          <p:cNvPr id="2479" name="Google Shape;2479;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0" name="Google Shape;2480;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4" name="Shape 2614"/>
        <p:cNvGrpSpPr/>
        <p:nvPr/>
      </p:nvGrpSpPr>
      <p:grpSpPr>
        <a:xfrm>
          <a:off x="0" y="0"/>
          <a:ext cx="0" cy="0"/>
          <a:chOff x="0" y="0"/>
          <a:chExt cx="0" cy="0"/>
        </a:xfrm>
      </p:grpSpPr>
      <p:sp>
        <p:nvSpPr>
          <p:cNvPr id="2615" name="Google Shape;2615;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6" name="Google Shape;2616;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9" name="Shape 2749"/>
        <p:cNvGrpSpPr/>
        <p:nvPr/>
      </p:nvGrpSpPr>
      <p:grpSpPr>
        <a:xfrm>
          <a:off x="0" y="0"/>
          <a:ext cx="0" cy="0"/>
          <a:chOff x="0" y="0"/>
          <a:chExt cx="0" cy="0"/>
        </a:xfrm>
      </p:grpSpPr>
      <p:sp>
        <p:nvSpPr>
          <p:cNvPr id="2750" name="Google Shape;2750;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1" name="Google Shape;275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4" name="Shape 2884"/>
        <p:cNvGrpSpPr/>
        <p:nvPr/>
      </p:nvGrpSpPr>
      <p:grpSpPr>
        <a:xfrm>
          <a:off x="0" y="0"/>
          <a:ext cx="0" cy="0"/>
          <a:chOff x="0" y="0"/>
          <a:chExt cx="0" cy="0"/>
        </a:xfrm>
      </p:grpSpPr>
      <p:sp>
        <p:nvSpPr>
          <p:cNvPr id="2885" name="Google Shape;2885;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6" name="Google Shape;2886;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0" name="Shape 3020"/>
        <p:cNvGrpSpPr/>
        <p:nvPr/>
      </p:nvGrpSpPr>
      <p:grpSpPr>
        <a:xfrm>
          <a:off x="0" y="0"/>
          <a:ext cx="0" cy="0"/>
          <a:chOff x="0" y="0"/>
          <a:chExt cx="0" cy="0"/>
        </a:xfrm>
      </p:grpSpPr>
      <p:sp>
        <p:nvSpPr>
          <p:cNvPr id="3021" name="Google Shape;3021;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2" name="Google Shape;3022;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6" name="Shape 3026"/>
        <p:cNvGrpSpPr/>
        <p:nvPr/>
      </p:nvGrpSpPr>
      <p:grpSpPr>
        <a:xfrm>
          <a:off x="0" y="0"/>
          <a:ext cx="0" cy="0"/>
          <a:chOff x="0" y="0"/>
          <a:chExt cx="0" cy="0"/>
        </a:xfrm>
      </p:grpSpPr>
      <p:sp>
        <p:nvSpPr>
          <p:cNvPr id="3027" name="Google Shape;3027;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8" name="Google Shape;3028;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1" name="Shape 3031"/>
        <p:cNvGrpSpPr/>
        <p:nvPr/>
      </p:nvGrpSpPr>
      <p:grpSpPr>
        <a:xfrm>
          <a:off x="0" y="0"/>
          <a:ext cx="0" cy="0"/>
          <a:chOff x="0" y="0"/>
          <a:chExt cx="0" cy="0"/>
        </a:xfrm>
      </p:grpSpPr>
      <p:sp>
        <p:nvSpPr>
          <p:cNvPr id="3032" name="Google Shape;3032;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33" name="Google Shape;3033;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4" name="Google Shape;3034;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9" name="Shape 3039"/>
        <p:cNvGrpSpPr/>
        <p:nvPr/>
      </p:nvGrpSpPr>
      <p:grpSpPr>
        <a:xfrm>
          <a:off x="0" y="0"/>
          <a:ext cx="0" cy="0"/>
          <a:chOff x="0" y="0"/>
          <a:chExt cx="0" cy="0"/>
        </a:xfrm>
      </p:grpSpPr>
      <p:sp>
        <p:nvSpPr>
          <p:cNvPr id="3040" name="Google Shape;3040;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41" name="Google Shape;3041;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2" name="Google Shape;3042;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6" name="Shape 3046"/>
        <p:cNvGrpSpPr/>
        <p:nvPr/>
      </p:nvGrpSpPr>
      <p:grpSpPr>
        <a:xfrm>
          <a:off x="0" y="0"/>
          <a:ext cx="0" cy="0"/>
          <a:chOff x="0" y="0"/>
          <a:chExt cx="0" cy="0"/>
        </a:xfrm>
      </p:grpSpPr>
      <p:sp>
        <p:nvSpPr>
          <p:cNvPr id="3047" name="Google Shape;3047;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48" name="Google Shape;304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9" name="Google Shape;3049;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3" name="Shape 3053"/>
        <p:cNvGrpSpPr/>
        <p:nvPr/>
      </p:nvGrpSpPr>
      <p:grpSpPr>
        <a:xfrm>
          <a:off x="0" y="0"/>
          <a:ext cx="0" cy="0"/>
          <a:chOff x="0" y="0"/>
          <a:chExt cx="0" cy="0"/>
        </a:xfrm>
      </p:grpSpPr>
      <p:sp>
        <p:nvSpPr>
          <p:cNvPr id="3054" name="Google Shape;3054;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55" name="Google Shape;3055;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6" name="Google Shape;3056;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0" name="Shape 3060"/>
        <p:cNvGrpSpPr/>
        <p:nvPr/>
      </p:nvGrpSpPr>
      <p:grpSpPr>
        <a:xfrm>
          <a:off x="0" y="0"/>
          <a:ext cx="0" cy="0"/>
          <a:chOff x="0" y="0"/>
          <a:chExt cx="0" cy="0"/>
        </a:xfrm>
      </p:grpSpPr>
      <p:sp>
        <p:nvSpPr>
          <p:cNvPr id="3061" name="Google Shape;3061;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62" name="Google Shape;3062;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3" name="Google Shape;3063;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7" name="Shape 3067"/>
        <p:cNvGrpSpPr/>
        <p:nvPr/>
      </p:nvGrpSpPr>
      <p:grpSpPr>
        <a:xfrm>
          <a:off x="0" y="0"/>
          <a:ext cx="0" cy="0"/>
          <a:chOff x="0" y="0"/>
          <a:chExt cx="0" cy="0"/>
        </a:xfrm>
      </p:grpSpPr>
      <p:sp>
        <p:nvSpPr>
          <p:cNvPr id="3068" name="Google Shape;3068;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69" name="Google Shape;3069;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0" name="Google Shape;3070;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5" name="Shape 3075"/>
        <p:cNvGrpSpPr/>
        <p:nvPr/>
      </p:nvGrpSpPr>
      <p:grpSpPr>
        <a:xfrm>
          <a:off x="0" y="0"/>
          <a:ext cx="0" cy="0"/>
          <a:chOff x="0" y="0"/>
          <a:chExt cx="0" cy="0"/>
        </a:xfrm>
      </p:grpSpPr>
      <p:sp>
        <p:nvSpPr>
          <p:cNvPr id="3076" name="Google Shape;3076;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77" name="Google Shape;3077;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8" name="Google Shape;3078;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0605" lvl="0" marL="110605" rtl="0" algn="l">
              <a:lnSpc>
                <a:spcPct val="80000"/>
              </a:lnSpc>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3" name="Shape 3083"/>
        <p:cNvGrpSpPr/>
        <p:nvPr/>
      </p:nvGrpSpPr>
      <p:grpSpPr>
        <a:xfrm>
          <a:off x="0" y="0"/>
          <a:ext cx="0" cy="0"/>
          <a:chOff x="0" y="0"/>
          <a:chExt cx="0" cy="0"/>
        </a:xfrm>
      </p:grpSpPr>
      <p:sp>
        <p:nvSpPr>
          <p:cNvPr id="3084" name="Google Shape;3084;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85" name="Google Shape;3085;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6" name="Google Shape;3086;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2" name="Shape 3092"/>
        <p:cNvGrpSpPr/>
        <p:nvPr/>
      </p:nvGrpSpPr>
      <p:grpSpPr>
        <a:xfrm>
          <a:off x="0" y="0"/>
          <a:ext cx="0" cy="0"/>
          <a:chOff x="0" y="0"/>
          <a:chExt cx="0" cy="0"/>
        </a:xfrm>
      </p:grpSpPr>
      <p:sp>
        <p:nvSpPr>
          <p:cNvPr id="3093" name="Google Shape;3093;p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94" name="Google Shape;3094;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5" name="Google Shape;3095;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0605" lvl="0" marL="110605" rtl="0" algn="l">
              <a:lnSpc>
                <a:spcPct val="80000"/>
              </a:lnSpc>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0" name="Shape 3100"/>
        <p:cNvGrpSpPr/>
        <p:nvPr/>
      </p:nvGrpSpPr>
      <p:grpSpPr>
        <a:xfrm>
          <a:off x="0" y="0"/>
          <a:ext cx="0" cy="0"/>
          <a:chOff x="0" y="0"/>
          <a:chExt cx="0" cy="0"/>
        </a:xfrm>
      </p:grpSpPr>
      <p:sp>
        <p:nvSpPr>
          <p:cNvPr id="3101" name="Google Shape;3101;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02" name="Google Shape;3102;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3" name="Google Shape;3103;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8" name="Shape 3108"/>
        <p:cNvGrpSpPr/>
        <p:nvPr/>
      </p:nvGrpSpPr>
      <p:grpSpPr>
        <a:xfrm>
          <a:off x="0" y="0"/>
          <a:ext cx="0" cy="0"/>
          <a:chOff x="0" y="0"/>
          <a:chExt cx="0" cy="0"/>
        </a:xfrm>
      </p:grpSpPr>
      <p:sp>
        <p:nvSpPr>
          <p:cNvPr id="3109" name="Google Shape;3109;p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10" name="Google Shape;3110;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1" name="Google Shape;3111;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0605" lvl="0" marL="110605" rtl="0" algn="l">
              <a:lnSpc>
                <a:spcPct val="80000"/>
              </a:lnSpc>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6" name="Shape 3116"/>
        <p:cNvGrpSpPr/>
        <p:nvPr/>
      </p:nvGrpSpPr>
      <p:grpSpPr>
        <a:xfrm>
          <a:off x="0" y="0"/>
          <a:ext cx="0" cy="0"/>
          <a:chOff x="0" y="0"/>
          <a:chExt cx="0" cy="0"/>
        </a:xfrm>
      </p:grpSpPr>
      <p:sp>
        <p:nvSpPr>
          <p:cNvPr id="3117" name="Google Shape;3117;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18" name="Google Shape;3118;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9" name="Google Shape;3119;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0605" lvl="0" marL="110605" rtl="0" algn="l">
              <a:lnSpc>
                <a:spcPct val="80000"/>
              </a:lnSpc>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4" name="Shape 3124"/>
        <p:cNvGrpSpPr/>
        <p:nvPr/>
      </p:nvGrpSpPr>
      <p:grpSpPr>
        <a:xfrm>
          <a:off x="0" y="0"/>
          <a:ext cx="0" cy="0"/>
          <a:chOff x="0" y="0"/>
          <a:chExt cx="0" cy="0"/>
        </a:xfrm>
      </p:grpSpPr>
      <p:sp>
        <p:nvSpPr>
          <p:cNvPr id="3125" name="Google Shape;3125;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26" name="Google Shape;3126;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7" name="Google Shape;3127;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1" name="Shape 3131"/>
        <p:cNvGrpSpPr/>
        <p:nvPr/>
      </p:nvGrpSpPr>
      <p:grpSpPr>
        <a:xfrm>
          <a:off x="0" y="0"/>
          <a:ext cx="0" cy="0"/>
          <a:chOff x="0" y="0"/>
          <a:chExt cx="0" cy="0"/>
        </a:xfrm>
      </p:grpSpPr>
      <p:sp>
        <p:nvSpPr>
          <p:cNvPr id="3132" name="Google Shape;3132;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33" name="Google Shape;3133;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4" name="Google Shape;3134;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8" name="Shape 3138"/>
        <p:cNvGrpSpPr/>
        <p:nvPr/>
      </p:nvGrpSpPr>
      <p:grpSpPr>
        <a:xfrm>
          <a:off x="0" y="0"/>
          <a:ext cx="0" cy="0"/>
          <a:chOff x="0" y="0"/>
          <a:chExt cx="0" cy="0"/>
        </a:xfrm>
      </p:grpSpPr>
      <p:sp>
        <p:nvSpPr>
          <p:cNvPr id="3139" name="Google Shape;3139;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40" name="Google Shape;3140;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1" name="Google Shape;3141;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 name="Shape 3145"/>
        <p:cNvGrpSpPr/>
        <p:nvPr/>
      </p:nvGrpSpPr>
      <p:grpSpPr>
        <a:xfrm>
          <a:off x="0" y="0"/>
          <a:ext cx="0" cy="0"/>
          <a:chOff x="0" y="0"/>
          <a:chExt cx="0" cy="0"/>
        </a:xfrm>
      </p:grpSpPr>
      <p:sp>
        <p:nvSpPr>
          <p:cNvPr id="3146" name="Google Shape;3146;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47" name="Google Shape;3147;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8" name="Google Shape;3148;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2" name="Shape 3152"/>
        <p:cNvGrpSpPr/>
        <p:nvPr/>
      </p:nvGrpSpPr>
      <p:grpSpPr>
        <a:xfrm>
          <a:off x="0" y="0"/>
          <a:ext cx="0" cy="0"/>
          <a:chOff x="0" y="0"/>
          <a:chExt cx="0" cy="0"/>
        </a:xfrm>
      </p:grpSpPr>
      <p:sp>
        <p:nvSpPr>
          <p:cNvPr id="3153" name="Google Shape;3153;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54" name="Google Shape;3154;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5" name="Google Shape;3155;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9" name="Shape 3159"/>
        <p:cNvGrpSpPr/>
        <p:nvPr/>
      </p:nvGrpSpPr>
      <p:grpSpPr>
        <a:xfrm>
          <a:off x="0" y="0"/>
          <a:ext cx="0" cy="0"/>
          <a:chOff x="0" y="0"/>
          <a:chExt cx="0" cy="0"/>
        </a:xfrm>
      </p:grpSpPr>
      <p:sp>
        <p:nvSpPr>
          <p:cNvPr id="3160" name="Google Shape;3160;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61" name="Google Shape;316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2" name="Google Shape;3162;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7" name="Shape 3167"/>
        <p:cNvGrpSpPr/>
        <p:nvPr/>
      </p:nvGrpSpPr>
      <p:grpSpPr>
        <a:xfrm>
          <a:off x="0" y="0"/>
          <a:ext cx="0" cy="0"/>
          <a:chOff x="0" y="0"/>
          <a:chExt cx="0" cy="0"/>
        </a:xfrm>
      </p:grpSpPr>
      <p:sp>
        <p:nvSpPr>
          <p:cNvPr id="3168" name="Google Shape;3168;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69" name="Google Shape;3169;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0" name="Google Shape;3170;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6" name="Shape 3176"/>
        <p:cNvGrpSpPr/>
        <p:nvPr/>
      </p:nvGrpSpPr>
      <p:grpSpPr>
        <a:xfrm>
          <a:off x="0" y="0"/>
          <a:ext cx="0" cy="0"/>
          <a:chOff x="0" y="0"/>
          <a:chExt cx="0" cy="0"/>
        </a:xfrm>
      </p:grpSpPr>
      <p:sp>
        <p:nvSpPr>
          <p:cNvPr id="3177" name="Google Shape;3177;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78" name="Google Shape;3178;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9" name="Google Shape;3179;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3" name="Shape 3183"/>
        <p:cNvGrpSpPr/>
        <p:nvPr/>
      </p:nvGrpSpPr>
      <p:grpSpPr>
        <a:xfrm>
          <a:off x="0" y="0"/>
          <a:ext cx="0" cy="0"/>
          <a:chOff x="0" y="0"/>
          <a:chExt cx="0" cy="0"/>
        </a:xfrm>
      </p:grpSpPr>
      <p:sp>
        <p:nvSpPr>
          <p:cNvPr id="3184" name="Google Shape;3184;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85" name="Google Shape;3185;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6" name="Google Shape;3186;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0" name="Shape 3190"/>
        <p:cNvGrpSpPr/>
        <p:nvPr/>
      </p:nvGrpSpPr>
      <p:grpSpPr>
        <a:xfrm>
          <a:off x="0" y="0"/>
          <a:ext cx="0" cy="0"/>
          <a:chOff x="0" y="0"/>
          <a:chExt cx="0" cy="0"/>
        </a:xfrm>
      </p:grpSpPr>
      <p:sp>
        <p:nvSpPr>
          <p:cNvPr id="3191" name="Google Shape;3191;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2" name="Google Shape;3192;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5" name="Shape 3195"/>
        <p:cNvGrpSpPr/>
        <p:nvPr/>
      </p:nvGrpSpPr>
      <p:grpSpPr>
        <a:xfrm>
          <a:off x="0" y="0"/>
          <a:ext cx="0" cy="0"/>
          <a:chOff x="0" y="0"/>
          <a:chExt cx="0" cy="0"/>
        </a:xfrm>
      </p:grpSpPr>
      <p:sp>
        <p:nvSpPr>
          <p:cNvPr id="3196" name="Google Shape;3196;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97" name="Google Shape;3197;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8" name="Google Shape;3198;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3" name="Shape 3203"/>
        <p:cNvGrpSpPr/>
        <p:nvPr/>
      </p:nvGrpSpPr>
      <p:grpSpPr>
        <a:xfrm>
          <a:off x="0" y="0"/>
          <a:ext cx="0" cy="0"/>
          <a:chOff x="0" y="0"/>
          <a:chExt cx="0" cy="0"/>
        </a:xfrm>
      </p:grpSpPr>
      <p:sp>
        <p:nvSpPr>
          <p:cNvPr id="3204" name="Google Shape;3204;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05" name="Google Shape;3205;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6" name="Google Shape;3206;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1" name="Shape 3211"/>
        <p:cNvGrpSpPr/>
        <p:nvPr/>
      </p:nvGrpSpPr>
      <p:grpSpPr>
        <a:xfrm>
          <a:off x="0" y="0"/>
          <a:ext cx="0" cy="0"/>
          <a:chOff x="0" y="0"/>
          <a:chExt cx="0" cy="0"/>
        </a:xfrm>
      </p:grpSpPr>
      <p:sp>
        <p:nvSpPr>
          <p:cNvPr id="3212" name="Google Shape;3212;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13" name="Google Shape;3213;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4" name="Google Shape;3214;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8" name="Shape 3218"/>
        <p:cNvGrpSpPr/>
        <p:nvPr/>
      </p:nvGrpSpPr>
      <p:grpSpPr>
        <a:xfrm>
          <a:off x="0" y="0"/>
          <a:ext cx="0" cy="0"/>
          <a:chOff x="0" y="0"/>
          <a:chExt cx="0" cy="0"/>
        </a:xfrm>
      </p:grpSpPr>
      <p:sp>
        <p:nvSpPr>
          <p:cNvPr id="3219" name="Google Shape;3219;p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20" name="Google Shape;3220;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1" name="Google Shape;3221;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5" name="Shape 3225"/>
        <p:cNvGrpSpPr/>
        <p:nvPr/>
      </p:nvGrpSpPr>
      <p:grpSpPr>
        <a:xfrm>
          <a:off x="0" y="0"/>
          <a:ext cx="0" cy="0"/>
          <a:chOff x="0" y="0"/>
          <a:chExt cx="0" cy="0"/>
        </a:xfrm>
      </p:grpSpPr>
      <p:sp>
        <p:nvSpPr>
          <p:cNvPr id="3226" name="Google Shape;3226;p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27" name="Google Shape;3227;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8" name="Google Shape;3228;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2" name="Shape 3232"/>
        <p:cNvGrpSpPr/>
        <p:nvPr/>
      </p:nvGrpSpPr>
      <p:grpSpPr>
        <a:xfrm>
          <a:off x="0" y="0"/>
          <a:ext cx="0" cy="0"/>
          <a:chOff x="0" y="0"/>
          <a:chExt cx="0" cy="0"/>
        </a:xfrm>
      </p:grpSpPr>
      <p:sp>
        <p:nvSpPr>
          <p:cNvPr id="3233" name="Google Shape;3233;p8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34" name="Google Shape;3234;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5" name="Google Shape;3235;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9" name="Shape 3239"/>
        <p:cNvGrpSpPr/>
        <p:nvPr/>
      </p:nvGrpSpPr>
      <p:grpSpPr>
        <a:xfrm>
          <a:off x="0" y="0"/>
          <a:ext cx="0" cy="0"/>
          <a:chOff x="0" y="0"/>
          <a:chExt cx="0" cy="0"/>
        </a:xfrm>
      </p:grpSpPr>
      <p:sp>
        <p:nvSpPr>
          <p:cNvPr id="3240" name="Google Shape;3240;p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41" name="Google Shape;3241;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2" name="Google Shape;3242;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rPr lang="en-US"/>
              <a:t>6.1.1.4 Types of OSPF Routers</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6" name="Shape 3246"/>
        <p:cNvGrpSpPr/>
        <p:nvPr/>
      </p:nvGrpSpPr>
      <p:grpSpPr>
        <a:xfrm>
          <a:off x="0" y="0"/>
          <a:ext cx="0" cy="0"/>
          <a:chOff x="0" y="0"/>
          <a:chExt cx="0" cy="0"/>
        </a:xfrm>
      </p:grpSpPr>
      <p:sp>
        <p:nvSpPr>
          <p:cNvPr id="3247" name="Google Shape;3247;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8" name="Google Shape;3248;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1" name="Shape 3251"/>
        <p:cNvGrpSpPr/>
        <p:nvPr/>
      </p:nvGrpSpPr>
      <p:grpSpPr>
        <a:xfrm>
          <a:off x="0" y="0"/>
          <a:ext cx="0" cy="0"/>
          <a:chOff x="0" y="0"/>
          <a:chExt cx="0" cy="0"/>
        </a:xfrm>
      </p:grpSpPr>
      <p:sp>
        <p:nvSpPr>
          <p:cNvPr id="3252" name="Google Shape;3252;p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53" name="Google Shape;3253;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4" name="Google Shape;3254;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0" name="Shape 3260"/>
        <p:cNvGrpSpPr/>
        <p:nvPr/>
      </p:nvGrpSpPr>
      <p:grpSpPr>
        <a:xfrm>
          <a:off x="0" y="0"/>
          <a:ext cx="0" cy="0"/>
          <a:chOff x="0" y="0"/>
          <a:chExt cx="0" cy="0"/>
        </a:xfrm>
      </p:grpSpPr>
      <p:sp>
        <p:nvSpPr>
          <p:cNvPr id="3261" name="Google Shape;3261;p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62" name="Google Shape;3262;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3" name="Google Shape;3263;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9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9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9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9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9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9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9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9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9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9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9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9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9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9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98"/>
          <p:cNvSpPr/>
          <p:nvPr>
            <p:ph idx="2" type="pic"/>
          </p:nvPr>
        </p:nvSpPr>
        <p:spPr>
          <a:xfrm>
            <a:off x="1792288" y="612775"/>
            <a:ext cx="5486400" cy="4114800"/>
          </a:xfrm>
          <a:prstGeom prst="rect">
            <a:avLst/>
          </a:prstGeom>
          <a:noFill/>
          <a:ln>
            <a:noFill/>
          </a:ln>
        </p:spPr>
      </p:sp>
      <p:sp>
        <p:nvSpPr>
          <p:cNvPr id="68" name="Google Shape;68;p9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0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0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0.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4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30.png"/><Relationship Id="rId4" Type="http://schemas.openxmlformats.org/officeDocument/2006/relationships/image" Target="../media/image3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4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2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4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35.png"/><Relationship Id="rId4" Type="http://schemas.openxmlformats.org/officeDocument/2006/relationships/image" Target="../media/image4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40.png"/><Relationship Id="rId4" Type="http://schemas.openxmlformats.org/officeDocument/2006/relationships/image" Target="../media/image4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4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5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5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3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5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4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4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5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47.png"/><Relationship Id="rId4" Type="http://schemas.openxmlformats.org/officeDocument/2006/relationships/image" Target="../media/image5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Static and Dynamic Routing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Reach Remote Networks</a:t>
            </a:r>
            <a:endParaRPr>
              <a:solidFill>
                <a:srgbClr val="31859B"/>
              </a:solidFill>
            </a:endParaRPr>
          </a:p>
        </p:txBody>
      </p:sp>
      <p:sp>
        <p:nvSpPr>
          <p:cNvPr id="95" name="Google Shape;95;p2"/>
          <p:cNvSpPr txBox="1"/>
          <p:nvPr>
            <p:ph idx="1" type="body"/>
          </p:nvPr>
        </p:nvSpPr>
        <p:spPr>
          <a:xfrm>
            <a:off x="554038" y="1565275"/>
            <a:ext cx="7940675" cy="43862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A router can learn about remote networks in one of two ways:</a:t>
            </a:r>
            <a:endParaRPr/>
          </a:p>
          <a:p>
            <a:pPr indent="-342900" lvl="0" marL="461963" rtl="0" algn="l">
              <a:spcBef>
                <a:spcPts val="640"/>
              </a:spcBef>
              <a:spcAft>
                <a:spcPts val="0"/>
              </a:spcAft>
              <a:buClr>
                <a:schemeClr val="dk1"/>
              </a:buClr>
              <a:buSzPts val="3200"/>
              <a:buFont typeface="Arial"/>
              <a:buChar char="•"/>
            </a:pPr>
            <a:r>
              <a:rPr b="1" lang="en-US"/>
              <a:t>Manually</a:t>
            </a:r>
            <a:r>
              <a:rPr lang="en-US"/>
              <a:t> - Remote networks are manually entered into the route table using static routes.</a:t>
            </a:r>
            <a:endParaRPr/>
          </a:p>
          <a:p>
            <a:pPr indent="-342900" lvl="0" marL="461963" rtl="0" algn="l">
              <a:spcBef>
                <a:spcPts val="640"/>
              </a:spcBef>
              <a:spcAft>
                <a:spcPts val="0"/>
              </a:spcAft>
              <a:buClr>
                <a:schemeClr val="dk1"/>
              </a:buClr>
              <a:buSzPts val="3200"/>
              <a:buFont typeface="Arial"/>
              <a:buChar char="•"/>
            </a:pPr>
            <a:r>
              <a:rPr b="1" lang="en-US"/>
              <a:t>Dynamically</a:t>
            </a:r>
            <a:r>
              <a:rPr lang="en-US"/>
              <a:t> - Remote routes are automatically learned using a dynamic routing protocol.</a:t>
            </a:r>
            <a:endParaRPr/>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800"/>
              <a:buFont typeface="Calibri"/>
              <a:buNone/>
            </a:pPr>
            <a:br>
              <a:rPr lang="en-US" sz="1800"/>
            </a:br>
            <a:r>
              <a:rPr lang="en-US" sz="2800"/>
              <a:t>Static Routing</a:t>
            </a:r>
            <a:endParaRPr sz="2800">
              <a:solidFill>
                <a:srgbClr val="31859B"/>
              </a:solidFill>
            </a:endParaRPr>
          </a:p>
        </p:txBody>
      </p:sp>
      <p:pic>
        <p:nvPicPr>
          <p:cNvPr id="102" name="Google Shape;102;p3"/>
          <p:cNvPicPr preferRelativeResize="0"/>
          <p:nvPr/>
        </p:nvPicPr>
        <p:blipFill rotWithShape="1">
          <a:blip r:embed="rId3">
            <a:alphaModFix/>
          </a:blip>
          <a:srcRect b="0" l="0" r="0" t="0"/>
          <a:stretch/>
        </p:blipFill>
        <p:spPr>
          <a:xfrm>
            <a:off x="533400" y="1804988"/>
            <a:ext cx="8100439" cy="3452812"/>
          </a:xfrm>
          <a:prstGeom prst="rect">
            <a:avLst/>
          </a:prstGeom>
          <a:noFill/>
          <a:ln>
            <a:noFill/>
          </a:ln>
        </p:spPr>
      </p:pic>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Use of Static Routes</a:t>
            </a:r>
            <a:endParaRPr>
              <a:solidFill>
                <a:srgbClr val="31859B"/>
              </a:solidFill>
            </a:endParaRPr>
          </a:p>
        </p:txBody>
      </p:sp>
      <p:sp>
        <p:nvSpPr>
          <p:cNvPr id="109" name="Google Shape;109;p4"/>
          <p:cNvSpPr txBox="1"/>
          <p:nvPr>
            <p:ph idx="1" type="body"/>
          </p:nvPr>
        </p:nvSpPr>
        <p:spPr>
          <a:xfrm>
            <a:off x="554038" y="1565275"/>
            <a:ext cx="7940675" cy="43862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Providing ease of routing table maintenance in smaller networks that are not expected to grow significantly.</a:t>
            </a:r>
            <a:endParaRPr/>
          </a:p>
          <a:p>
            <a:pPr indent="-342900" lvl="0" marL="342900" rtl="0" algn="l">
              <a:spcBef>
                <a:spcPts val="592"/>
              </a:spcBef>
              <a:spcAft>
                <a:spcPts val="0"/>
              </a:spcAft>
              <a:buClr>
                <a:schemeClr val="dk1"/>
              </a:buClr>
              <a:buSzPct val="100000"/>
              <a:buChar char="•"/>
            </a:pPr>
            <a:r>
              <a:rPr lang="en-US"/>
              <a:t>Routing to and from </a:t>
            </a:r>
            <a:r>
              <a:rPr lang="en-US">
                <a:solidFill>
                  <a:srgbClr val="FF0000"/>
                </a:solidFill>
              </a:rPr>
              <a:t>stub networks</a:t>
            </a:r>
            <a:r>
              <a:rPr lang="en-US"/>
              <a:t>. A stub network is a network accessed by a single route, and the router has no other neighbors.</a:t>
            </a:r>
            <a:endParaRPr/>
          </a:p>
          <a:p>
            <a:pPr indent="-342900" lvl="0" marL="342900" rtl="0" algn="l">
              <a:spcBef>
                <a:spcPts val="592"/>
              </a:spcBef>
              <a:spcAft>
                <a:spcPts val="0"/>
              </a:spcAft>
              <a:buClr>
                <a:schemeClr val="dk1"/>
              </a:buClr>
              <a:buSzPct val="100000"/>
              <a:buChar char="•"/>
            </a:pPr>
            <a:r>
              <a:rPr lang="en-US"/>
              <a:t>Using </a:t>
            </a:r>
            <a:r>
              <a:rPr lang="en-US">
                <a:solidFill>
                  <a:srgbClr val="FF0000"/>
                </a:solidFill>
              </a:rPr>
              <a:t>a single default route </a:t>
            </a:r>
            <a:r>
              <a:rPr lang="en-US"/>
              <a:t>: Default routes are used to send traffic to any destination beyond the next upstream router.</a:t>
            </a:r>
            <a:endParaRPr/>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Static Route Applications</a:t>
            </a:r>
            <a:endParaRPr>
              <a:solidFill>
                <a:srgbClr val="31859B"/>
              </a:solidFill>
            </a:endParaRPr>
          </a:p>
        </p:txBody>
      </p:sp>
      <p:sp>
        <p:nvSpPr>
          <p:cNvPr id="116" name="Google Shape;116;p5"/>
          <p:cNvSpPr txBox="1"/>
          <p:nvPr>
            <p:ph idx="1" type="body"/>
          </p:nvPr>
        </p:nvSpPr>
        <p:spPr>
          <a:xfrm>
            <a:off x="554038" y="1565275"/>
            <a:ext cx="7940675" cy="43862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Clr>
                <a:schemeClr val="dk1"/>
              </a:buClr>
              <a:buSzPct val="100000"/>
              <a:buNone/>
            </a:pPr>
            <a:r>
              <a:rPr lang="en-US"/>
              <a:t>Static Routes are often used to:</a:t>
            </a:r>
            <a:endParaRPr/>
          </a:p>
          <a:p>
            <a:pPr indent="-342900" lvl="0" marL="342900" rtl="0" algn="l">
              <a:spcBef>
                <a:spcPts val="592"/>
              </a:spcBef>
              <a:spcAft>
                <a:spcPts val="0"/>
              </a:spcAft>
              <a:buClr>
                <a:schemeClr val="dk1"/>
              </a:buClr>
              <a:buSzPct val="100000"/>
              <a:buChar char="•"/>
            </a:pPr>
            <a:r>
              <a:rPr lang="en-US"/>
              <a:t>Connect to a specific network.</a:t>
            </a:r>
            <a:endParaRPr/>
          </a:p>
          <a:p>
            <a:pPr indent="-342900" lvl="0" marL="342900" rtl="0" algn="l">
              <a:spcBef>
                <a:spcPts val="592"/>
              </a:spcBef>
              <a:spcAft>
                <a:spcPts val="0"/>
              </a:spcAft>
              <a:buClr>
                <a:schemeClr val="dk1"/>
              </a:buClr>
              <a:buSzPct val="100000"/>
              <a:buChar char="•"/>
            </a:pPr>
            <a:r>
              <a:rPr lang="en-US"/>
              <a:t>Provide a Gateway of Last Resort for a stub network.</a:t>
            </a:r>
            <a:endParaRPr/>
          </a:p>
          <a:p>
            <a:pPr indent="-342900" lvl="0" marL="342900" rtl="0" algn="l">
              <a:spcBef>
                <a:spcPts val="592"/>
              </a:spcBef>
              <a:spcAft>
                <a:spcPts val="0"/>
              </a:spcAft>
              <a:buClr>
                <a:schemeClr val="dk1"/>
              </a:buClr>
              <a:buSzPct val="100000"/>
              <a:buChar char="•"/>
            </a:pPr>
            <a:r>
              <a:rPr lang="en-US"/>
              <a:t>Reduce the number of routes advertised by summarizing several contiguous networks as one static route.</a:t>
            </a:r>
            <a:endParaRPr/>
          </a:p>
          <a:p>
            <a:pPr indent="-342900" lvl="0" marL="342900" rtl="0" algn="l">
              <a:spcBef>
                <a:spcPts val="592"/>
              </a:spcBef>
              <a:spcAft>
                <a:spcPts val="0"/>
              </a:spcAft>
              <a:buClr>
                <a:schemeClr val="dk1"/>
              </a:buClr>
              <a:buSzPct val="100000"/>
              <a:buChar char="•"/>
            </a:pPr>
            <a:r>
              <a:rPr lang="en-US"/>
              <a:t>Create a backup route in case a primary route link fails.</a:t>
            </a:r>
            <a:endParaRPr/>
          </a:p>
          <a:p>
            <a:pPr indent="0" lvl="0" marL="0" rtl="0" algn="l">
              <a:spcBef>
                <a:spcPts val="592"/>
              </a:spcBef>
              <a:spcAft>
                <a:spcPts val="0"/>
              </a:spcAft>
              <a:buClr>
                <a:schemeClr val="dk1"/>
              </a:buClr>
              <a:buSzPct val="100000"/>
              <a:buNone/>
            </a:pPr>
            <a:r>
              <a:t/>
            </a:r>
            <a:endParaRPr/>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Standard Static Route</a:t>
            </a:r>
            <a:endParaRPr>
              <a:solidFill>
                <a:srgbClr val="31859B"/>
              </a:solidFill>
            </a:endParaRPr>
          </a:p>
        </p:txBody>
      </p:sp>
      <p:pic>
        <p:nvPicPr>
          <p:cNvPr id="123" name="Google Shape;123;p6"/>
          <p:cNvPicPr preferRelativeResize="0"/>
          <p:nvPr>
            <p:ph idx="1" type="body"/>
          </p:nvPr>
        </p:nvPicPr>
        <p:blipFill rotWithShape="1">
          <a:blip r:embed="rId3">
            <a:alphaModFix/>
          </a:blip>
          <a:srcRect b="0" l="-3748" r="-3748" t="0"/>
          <a:stretch/>
        </p:blipFill>
        <p:spPr>
          <a:xfrm>
            <a:off x="554038" y="1565275"/>
            <a:ext cx="8340151" cy="4606925"/>
          </a:xfrm>
          <a:prstGeom prst="rect">
            <a:avLst/>
          </a:prstGeom>
          <a:noFill/>
          <a:ln>
            <a:noFill/>
          </a:ln>
        </p:spPr>
      </p:pic>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Default Static Route</a:t>
            </a:r>
            <a:endParaRPr>
              <a:solidFill>
                <a:srgbClr val="31859B"/>
              </a:solidFill>
            </a:endParaRPr>
          </a:p>
        </p:txBody>
      </p:sp>
      <p:sp>
        <p:nvSpPr>
          <p:cNvPr id="130" name="Google Shape;130;p7"/>
          <p:cNvSpPr txBox="1"/>
          <p:nvPr>
            <p:ph idx="1" type="body"/>
          </p:nvPr>
        </p:nvSpPr>
        <p:spPr>
          <a:xfrm>
            <a:off x="554038" y="1565275"/>
            <a:ext cx="7940675" cy="43862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A default static route is a route that matches all packets. </a:t>
            </a:r>
            <a:endParaRPr/>
          </a:p>
          <a:p>
            <a:pPr indent="-342900" lvl="0" marL="342900" rtl="0" algn="l">
              <a:spcBef>
                <a:spcPts val="640"/>
              </a:spcBef>
              <a:spcAft>
                <a:spcPts val="0"/>
              </a:spcAft>
              <a:buClr>
                <a:schemeClr val="dk1"/>
              </a:buClr>
              <a:buSzPts val="3200"/>
              <a:buChar char="•"/>
            </a:pPr>
            <a:r>
              <a:rPr lang="en-US"/>
              <a:t>A default route identifies the gateway IP address to which the router sends all IP packets that it does not have a learned or static route. </a:t>
            </a:r>
            <a:endParaRPr/>
          </a:p>
          <a:p>
            <a:pPr indent="-342900" lvl="0" marL="342900" rtl="0" algn="l">
              <a:spcBef>
                <a:spcPts val="640"/>
              </a:spcBef>
              <a:spcAft>
                <a:spcPts val="0"/>
              </a:spcAft>
              <a:buClr>
                <a:schemeClr val="dk1"/>
              </a:buClr>
              <a:buSzPts val="3200"/>
              <a:buChar char="•"/>
            </a:pPr>
            <a:r>
              <a:rPr lang="en-US"/>
              <a:t>A default static route is simply a static route with </a:t>
            </a:r>
            <a:r>
              <a:rPr lang="en-US">
                <a:solidFill>
                  <a:srgbClr val="FF0000"/>
                </a:solidFill>
              </a:rPr>
              <a:t>0.0.0.0/0 </a:t>
            </a:r>
            <a:r>
              <a:rPr lang="en-US"/>
              <a:t>as the destination IPv4 address.</a:t>
            </a:r>
            <a:endParaRPr/>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8"/>
          <p:cNvSpPr txBox="1"/>
          <p:nvPr>
            <p:ph type="title"/>
          </p:nvPr>
        </p:nvSpPr>
        <p:spPr>
          <a:xfrm>
            <a:off x="228600" y="228600"/>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Configure Static Route</a:t>
            </a:r>
            <a:endParaRPr>
              <a:solidFill>
                <a:srgbClr val="31859B"/>
              </a:solidFill>
            </a:endParaRPr>
          </a:p>
        </p:txBody>
      </p:sp>
      <p:pic>
        <p:nvPicPr>
          <p:cNvPr id="137" name="Google Shape;137;p8"/>
          <p:cNvPicPr preferRelativeResize="0"/>
          <p:nvPr>
            <p:ph idx="1" type="body"/>
          </p:nvPr>
        </p:nvPicPr>
        <p:blipFill rotWithShape="1">
          <a:blip r:embed="rId3">
            <a:alphaModFix/>
          </a:blip>
          <a:srcRect b="0" l="-1015" r="-63020" t="0"/>
          <a:stretch/>
        </p:blipFill>
        <p:spPr>
          <a:xfrm>
            <a:off x="554038" y="1565275"/>
            <a:ext cx="7940675" cy="4386263"/>
          </a:xfrm>
          <a:prstGeom prst="rect">
            <a:avLst/>
          </a:prstGeom>
          <a:noFill/>
          <a:ln>
            <a:noFill/>
          </a:ln>
        </p:spPr>
      </p:pic>
      <p:pic>
        <p:nvPicPr>
          <p:cNvPr id="138" name="Google Shape;138;p8"/>
          <p:cNvPicPr preferRelativeResize="0"/>
          <p:nvPr/>
        </p:nvPicPr>
        <p:blipFill rotWithShape="1">
          <a:blip r:embed="rId4">
            <a:alphaModFix/>
          </a:blip>
          <a:srcRect b="0" l="0" r="0" t="13354"/>
          <a:stretch/>
        </p:blipFill>
        <p:spPr>
          <a:xfrm>
            <a:off x="4290607" y="4560774"/>
            <a:ext cx="4631589" cy="1674209"/>
          </a:xfrm>
          <a:prstGeom prst="rect">
            <a:avLst/>
          </a:prstGeom>
          <a:noFill/>
          <a:ln>
            <a:noFill/>
          </a:ln>
        </p:spPr>
      </p:pic>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ip route Command to configure</a:t>
            </a:r>
            <a:endParaRPr>
              <a:solidFill>
                <a:srgbClr val="31859B"/>
              </a:solidFill>
            </a:endParaRPr>
          </a:p>
        </p:txBody>
      </p:sp>
      <p:pic>
        <p:nvPicPr>
          <p:cNvPr id="145" name="Google Shape;145;p9"/>
          <p:cNvPicPr preferRelativeResize="0"/>
          <p:nvPr>
            <p:ph idx="1" type="body"/>
          </p:nvPr>
        </p:nvPicPr>
        <p:blipFill rotWithShape="1">
          <a:blip r:embed="rId3">
            <a:alphaModFix/>
          </a:blip>
          <a:srcRect b="0" l="-14281" r="-14280" t="0"/>
          <a:stretch/>
        </p:blipFill>
        <p:spPr>
          <a:xfrm>
            <a:off x="554038" y="1565275"/>
            <a:ext cx="7940675" cy="4386263"/>
          </a:xfrm>
          <a:prstGeom prst="rect">
            <a:avLst/>
          </a:prstGeom>
          <a:noFill/>
          <a:ln>
            <a:noFill/>
          </a:ln>
        </p:spPr>
      </p:pic>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0"/>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Verify a Static Route</a:t>
            </a:r>
            <a:endParaRPr>
              <a:solidFill>
                <a:srgbClr val="31859B"/>
              </a:solidFill>
            </a:endParaRPr>
          </a:p>
        </p:txBody>
      </p:sp>
      <p:sp>
        <p:nvSpPr>
          <p:cNvPr id="152" name="Google Shape;152;p10"/>
          <p:cNvSpPr txBox="1"/>
          <p:nvPr>
            <p:ph idx="1" type="body"/>
          </p:nvPr>
        </p:nvSpPr>
        <p:spPr>
          <a:xfrm>
            <a:off x="554038" y="1565275"/>
            <a:ext cx="7940675" cy="43862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Along with </a:t>
            </a:r>
            <a:r>
              <a:rPr b="1" lang="en-US">
                <a:latin typeface="Courier"/>
                <a:ea typeface="Courier"/>
                <a:cs typeface="Courier"/>
                <a:sym typeface="Courier"/>
              </a:rPr>
              <a:t>ping</a:t>
            </a:r>
            <a:r>
              <a:rPr lang="en-US"/>
              <a:t> and </a:t>
            </a:r>
            <a:r>
              <a:rPr b="1" lang="en-US">
                <a:latin typeface="Courier"/>
                <a:ea typeface="Courier"/>
                <a:cs typeface="Courier"/>
                <a:sym typeface="Courier"/>
              </a:rPr>
              <a:t>traceroute</a:t>
            </a:r>
            <a:r>
              <a:rPr lang="en-US"/>
              <a:t>, useful commands to verify static routes include:</a:t>
            </a:r>
            <a:endParaRPr/>
          </a:p>
          <a:p>
            <a:pPr indent="-342900" lvl="0" marL="342900" rtl="0" algn="l">
              <a:spcBef>
                <a:spcPts val="640"/>
              </a:spcBef>
              <a:spcAft>
                <a:spcPts val="0"/>
              </a:spcAft>
              <a:buClr>
                <a:srgbClr val="FF0000"/>
              </a:buClr>
              <a:buSzPts val="3200"/>
              <a:buChar char="•"/>
            </a:pPr>
            <a:r>
              <a:rPr b="1" lang="en-US">
                <a:solidFill>
                  <a:srgbClr val="FF0000"/>
                </a:solidFill>
                <a:latin typeface="Courier"/>
                <a:ea typeface="Courier"/>
                <a:cs typeface="Courier"/>
                <a:sym typeface="Courier"/>
              </a:rPr>
              <a:t>show ip route</a:t>
            </a:r>
            <a:endParaRPr/>
          </a:p>
          <a:p>
            <a:pPr indent="-342900" lvl="0" marL="342900" rtl="0" algn="l">
              <a:spcBef>
                <a:spcPts val="640"/>
              </a:spcBef>
              <a:spcAft>
                <a:spcPts val="0"/>
              </a:spcAft>
              <a:buClr>
                <a:schemeClr val="dk1"/>
              </a:buClr>
              <a:buSzPts val="3200"/>
              <a:buChar char="•"/>
            </a:pPr>
            <a:r>
              <a:rPr b="1" lang="en-US">
                <a:latin typeface="Courier"/>
                <a:ea typeface="Courier"/>
                <a:cs typeface="Courier"/>
                <a:sym typeface="Courier"/>
              </a:rPr>
              <a:t>show ip route static</a:t>
            </a:r>
            <a:endParaRPr/>
          </a:p>
          <a:p>
            <a:pPr indent="-342900" lvl="0" marL="342900" rtl="0" algn="l">
              <a:spcBef>
                <a:spcPts val="640"/>
              </a:spcBef>
              <a:spcAft>
                <a:spcPts val="0"/>
              </a:spcAft>
              <a:buClr>
                <a:schemeClr val="dk1"/>
              </a:buClr>
              <a:buSzPts val="3200"/>
              <a:buChar char="•"/>
            </a:pPr>
            <a:r>
              <a:rPr b="1" lang="en-US">
                <a:latin typeface="Courier"/>
                <a:ea typeface="Courier"/>
                <a:cs typeface="Courier"/>
                <a:sym typeface="Courier"/>
              </a:rPr>
              <a:t>show ip route </a:t>
            </a:r>
            <a:r>
              <a:rPr lang="en-US">
                <a:latin typeface="Courier"/>
                <a:ea typeface="Courier"/>
                <a:cs typeface="Courier"/>
                <a:sym typeface="Courier"/>
              </a:rPr>
              <a:t>network</a:t>
            </a:r>
            <a:endParaRPr/>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1"/>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Configure a Default Static Route</a:t>
            </a:r>
            <a:endParaRPr>
              <a:solidFill>
                <a:srgbClr val="31859B"/>
              </a:solidFill>
            </a:endParaRPr>
          </a:p>
        </p:txBody>
      </p:sp>
      <p:pic>
        <p:nvPicPr>
          <p:cNvPr id="159" name="Google Shape;159;p11"/>
          <p:cNvPicPr preferRelativeResize="0"/>
          <p:nvPr>
            <p:ph idx="1" type="body"/>
          </p:nvPr>
        </p:nvPicPr>
        <p:blipFill rotWithShape="1">
          <a:blip r:embed="rId3">
            <a:alphaModFix/>
          </a:blip>
          <a:srcRect b="0" l="-25097" r="-25098" t="0"/>
          <a:stretch/>
        </p:blipFill>
        <p:spPr>
          <a:xfrm>
            <a:off x="554038" y="1565275"/>
            <a:ext cx="7940675" cy="4386263"/>
          </a:xfrm>
          <a:prstGeom prst="rect">
            <a:avLst/>
          </a:prstGeom>
          <a:noFill/>
          <a:ln>
            <a:noFill/>
          </a:ln>
        </p:spPr>
      </p:pic>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345248" y="381000"/>
            <a:ext cx="8456613" cy="65087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lang="en-US" sz="1800"/>
            </a:br>
            <a:r>
              <a:rPr lang="en-US"/>
              <a:t>Verify a Default Static Route</a:t>
            </a:r>
            <a:endParaRPr>
              <a:solidFill>
                <a:srgbClr val="31859B"/>
              </a:solidFill>
            </a:endParaRPr>
          </a:p>
        </p:txBody>
      </p:sp>
      <p:pic>
        <p:nvPicPr>
          <p:cNvPr id="166" name="Google Shape;166;p12"/>
          <p:cNvPicPr preferRelativeResize="0"/>
          <p:nvPr>
            <p:ph idx="1" type="body"/>
          </p:nvPr>
        </p:nvPicPr>
        <p:blipFill rotWithShape="1">
          <a:blip r:embed="rId3">
            <a:alphaModFix/>
          </a:blip>
          <a:srcRect b="0" l="-30617" r="-30616" t="0"/>
          <a:stretch/>
        </p:blipFill>
        <p:spPr>
          <a:xfrm>
            <a:off x="554038" y="1565275"/>
            <a:ext cx="7180603" cy="3966415"/>
          </a:xfrm>
          <a:prstGeom prst="rect">
            <a:avLst/>
          </a:prstGeom>
          <a:noFill/>
          <a:ln>
            <a:noFill/>
          </a:ln>
        </p:spPr>
      </p:pic>
      <p:pic>
        <p:nvPicPr>
          <p:cNvPr id="167" name="Google Shape;167;p12"/>
          <p:cNvPicPr preferRelativeResize="0"/>
          <p:nvPr/>
        </p:nvPicPr>
        <p:blipFill rotWithShape="1">
          <a:blip r:embed="rId4">
            <a:alphaModFix/>
          </a:blip>
          <a:srcRect b="0" l="0" r="0" t="0"/>
          <a:stretch/>
        </p:blipFill>
        <p:spPr>
          <a:xfrm>
            <a:off x="4002003" y="4698057"/>
            <a:ext cx="4799858" cy="1546214"/>
          </a:xfrm>
          <a:prstGeom prst="rect">
            <a:avLst/>
          </a:prstGeom>
          <a:noFill/>
          <a:ln>
            <a:noFill/>
          </a:ln>
        </p:spPr>
      </p:pic>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3"/>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Summary Static Route</a:t>
            </a:r>
            <a:endParaRPr>
              <a:solidFill>
                <a:srgbClr val="31859B"/>
              </a:solidFill>
            </a:endParaRPr>
          </a:p>
        </p:txBody>
      </p:sp>
      <p:pic>
        <p:nvPicPr>
          <p:cNvPr id="174" name="Google Shape;174;p13"/>
          <p:cNvPicPr preferRelativeResize="0"/>
          <p:nvPr>
            <p:ph idx="1" type="body"/>
          </p:nvPr>
        </p:nvPicPr>
        <p:blipFill rotWithShape="1">
          <a:blip r:embed="rId3">
            <a:alphaModFix/>
          </a:blip>
          <a:srcRect b="0" l="-3768" r="-3768" t="0"/>
          <a:stretch/>
        </p:blipFill>
        <p:spPr>
          <a:xfrm>
            <a:off x="554038" y="1565275"/>
            <a:ext cx="7940675" cy="4386263"/>
          </a:xfrm>
          <a:prstGeom prst="rect">
            <a:avLst/>
          </a:prstGeom>
          <a:noFill/>
          <a:ln>
            <a:noFill/>
          </a:ln>
        </p:spPr>
      </p:pic>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Floating Static Routes</a:t>
            </a:r>
            <a:endParaRPr>
              <a:solidFill>
                <a:srgbClr val="31859B"/>
              </a:solidFill>
            </a:endParaRPr>
          </a:p>
        </p:txBody>
      </p:sp>
      <p:sp>
        <p:nvSpPr>
          <p:cNvPr id="181" name="Google Shape;181;p14"/>
          <p:cNvSpPr txBox="1"/>
          <p:nvPr>
            <p:ph idx="1" type="body"/>
          </p:nvPr>
        </p:nvSpPr>
        <p:spPr>
          <a:xfrm>
            <a:off x="554038" y="1565275"/>
            <a:ext cx="7940675" cy="43862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Floating static routes are static routes that have an administrative distance </a:t>
            </a:r>
            <a:r>
              <a:rPr lang="en-US" sz="2000">
                <a:solidFill>
                  <a:srgbClr val="FF0000"/>
                </a:solidFill>
              </a:rPr>
              <a:t>greater than </a:t>
            </a:r>
            <a:r>
              <a:rPr lang="en-US" sz="2000"/>
              <a:t>the administrative distance of another static route or dynamic routes: </a:t>
            </a:r>
            <a:endParaRPr/>
          </a:p>
          <a:p>
            <a:pPr indent="-342900" lvl="0" marL="342900" rtl="0" algn="l">
              <a:spcBef>
                <a:spcPts val="400"/>
              </a:spcBef>
              <a:spcAft>
                <a:spcPts val="0"/>
              </a:spcAft>
              <a:buClr>
                <a:schemeClr val="dk1"/>
              </a:buClr>
              <a:buSzPts val="2000"/>
              <a:buChar char="•"/>
            </a:pPr>
            <a:r>
              <a:rPr lang="en-US" sz="2000"/>
              <a:t>The </a:t>
            </a:r>
            <a:r>
              <a:rPr lang="en-US" sz="2000">
                <a:solidFill>
                  <a:srgbClr val="FF0000"/>
                </a:solidFill>
              </a:rPr>
              <a:t>administrative distance </a:t>
            </a:r>
            <a:r>
              <a:rPr lang="en-US" sz="2000"/>
              <a:t>of a static route can be increased to make the route less desirable than that of another static route or a route learned through a dynamic routing protocol. </a:t>
            </a:r>
            <a:endParaRPr sz="2000"/>
          </a:p>
          <a:p>
            <a:pPr indent="-342900" lvl="0" marL="342900" rtl="0" algn="l">
              <a:spcBef>
                <a:spcPts val="400"/>
              </a:spcBef>
              <a:spcAft>
                <a:spcPts val="0"/>
              </a:spcAft>
              <a:buClr>
                <a:schemeClr val="dk1"/>
              </a:buClr>
              <a:buSzPts val="2000"/>
              <a:buChar char="•"/>
            </a:pPr>
            <a:r>
              <a:rPr lang="en-US" sz="2000"/>
              <a:t>In this way, the static route “floats” and is not used when the route with the better administrative distance is active. </a:t>
            </a:r>
            <a:endParaRPr sz="2000"/>
          </a:p>
          <a:p>
            <a:pPr indent="-342900" lvl="0" marL="342900" rtl="0" algn="l">
              <a:spcBef>
                <a:spcPts val="400"/>
              </a:spcBef>
              <a:spcAft>
                <a:spcPts val="0"/>
              </a:spcAft>
              <a:buClr>
                <a:schemeClr val="dk1"/>
              </a:buClr>
              <a:buSzPts val="2000"/>
              <a:buChar char="•"/>
            </a:pPr>
            <a:r>
              <a:rPr lang="en-US" sz="2000"/>
              <a:t>However, </a:t>
            </a:r>
            <a:r>
              <a:rPr lang="en-US" sz="2000">
                <a:solidFill>
                  <a:srgbClr val="FF0000"/>
                </a:solidFill>
              </a:rPr>
              <a:t>if the preferred route is lost</a:t>
            </a:r>
            <a:r>
              <a:rPr lang="en-US" sz="2000"/>
              <a:t>, the floating static route can take over, and traffic can be sent through this alternate route.</a:t>
            </a:r>
            <a:endParaRPr sz="2000"/>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5"/>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Floating Static Route</a:t>
            </a:r>
            <a:endParaRPr>
              <a:solidFill>
                <a:srgbClr val="31859B"/>
              </a:solidFill>
            </a:endParaRPr>
          </a:p>
        </p:txBody>
      </p:sp>
      <p:sp>
        <p:nvSpPr>
          <p:cNvPr id="188" name="Google Shape;188;p15"/>
          <p:cNvSpPr txBox="1"/>
          <p:nvPr>
            <p:ph idx="1" type="body"/>
          </p:nvPr>
        </p:nvSpPr>
        <p:spPr>
          <a:xfrm>
            <a:off x="554038" y="1565275"/>
            <a:ext cx="7940675" cy="43862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Floating static routes are static routes that are used to provide a backup path to a primary static or dynamic route, in the event of a link failure. </a:t>
            </a:r>
            <a:endParaRPr sz="2000"/>
          </a:p>
          <a:p>
            <a:pPr indent="-342900" lvl="0" marL="342900" rtl="0" algn="l">
              <a:spcBef>
                <a:spcPts val="400"/>
              </a:spcBef>
              <a:spcAft>
                <a:spcPts val="0"/>
              </a:spcAft>
              <a:buClr>
                <a:schemeClr val="dk1"/>
              </a:buClr>
              <a:buSzPts val="2000"/>
              <a:buChar char="•"/>
            </a:pPr>
            <a:r>
              <a:rPr lang="en-US" sz="2000"/>
              <a:t>The floating static route is only used when the primary route is not available.</a:t>
            </a:r>
            <a:endParaRPr sz="2000"/>
          </a:p>
          <a:p>
            <a:pPr indent="-342900" lvl="0" marL="342900" rtl="0" algn="l">
              <a:spcBef>
                <a:spcPts val="400"/>
              </a:spcBef>
              <a:spcAft>
                <a:spcPts val="0"/>
              </a:spcAft>
              <a:buClr>
                <a:schemeClr val="dk1"/>
              </a:buClr>
              <a:buSzPts val="2000"/>
              <a:buChar char="•"/>
            </a:pPr>
            <a:r>
              <a:rPr lang="en-US" sz="2000"/>
              <a:t>To accomplish</a:t>
            </a:r>
            <a:br>
              <a:rPr lang="en-US" sz="2000"/>
            </a:br>
            <a:r>
              <a:rPr lang="en-US" sz="2000"/>
              <a:t>this, the floating static </a:t>
            </a:r>
            <a:br>
              <a:rPr lang="en-US" sz="2000"/>
            </a:br>
            <a:r>
              <a:rPr lang="en-US" sz="2000"/>
              <a:t>route is configured with </a:t>
            </a:r>
            <a:br>
              <a:rPr lang="en-US" sz="2000"/>
            </a:br>
            <a:r>
              <a:rPr lang="en-US" sz="2000"/>
              <a:t>a higher administrative </a:t>
            </a:r>
            <a:br>
              <a:rPr lang="en-US" sz="2000"/>
            </a:br>
            <a:r>
              <a:rPr lang="en-US" sz="2000"/>
              <a:t>distance than the primary</a:t>
            </a:r>
            <a:br>
              <a:rPr lang="en-US" sz="2000"/>
            </a:br>
            <a:r>
              <a:rPr lang="en-US" sz="2000"/>
              <a:t>route. </a:t>
            </a:r>
            <a:endParaRPr sz="2000"/>
          </a:p>
        </p:txBody>
      </p:sp>
      <p:pic>
        <p:nvPicPr>
          <p:cNvPr id="189" name="Google Shape;189;p15"/>
          <p:cNvPicPr preferRelativeResize="0"/>
          <p:nvPr/>
        </p:nvPicPr>
        <p:blipFill rotWithShape="1">
          <a:blip r:embed="rId3">
            <a:alphaModFix/>
          </a:blip>
          <a:srcRect b="0" l="0" r="0" t="0"/>
          <a:stretch/>
        </p:blipFill>
        <p:spPr>
          <a:xfrm>
            <a:off x="3860800" y="3073657"/>
            <a:ext cx="5090795" cy="3445765"/>
          </a:xfrm>
          <a:prstGeom prst="rect">
            <a:avLst/>
          </a:prstGeom>
          <a:noFill/>
          <a:ln>
            <a:noFill/>
          </a:ln>
        </p:spPr>
      </p:pic>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6"/>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Configure a Floating Static Route</a:t>
            </a:r>
            <a:endParaRPr>
              <a:solidFill>
                <a:srgbClr val="31859B"/>
              </a:solidFill>
            </a:endParaRPr>
          </a:p>
        </p:txBody>
      </p:sp>
      <p:pic>
        <p:nvPicPr>
          <p:cNvPr id="196" name="Google Shape;196;p16"/>
          <p:cNvPicPr preferRelativeResize="0"/>
          <p:nvPr/>
        </p:nvPicPr>
        <p:blipFill rotWithShape="1">
          <a:blip r:embed="rId3">
            <a:alphaModFix/>
          </a:blip>
          <a:srcRect b="0" l="0" r="0" t="0"/>
          <a:stretch/>
        </p:blipFill>
        <p:spPr>
          <a:xfrm>
            <a:off x="1277870" y="1600200"/>
            <a:ext cx="6581775" cy="4419600"/>
          </a:xfrm>
          <a:prstGeom prst="rect">
            <a:avLst/>
          </a:prstGeom>
          <a:noFill/>
          <a:ln>
            <a:noFill/>
          </a:ln>
        </p:spPr>
      </p:pic>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7"/>
          <p:cNvSpPr txBox="1"/>
          <p:nvPr>
            <p:ph type="title"/>
          </p:nvPr>
        </p:nvSpPr>
        <p:spPr>
          <a:xfrm>
            <a:off x="533400" y="274320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0000"/>
              </a:buClr>
              <a:buSzPts val="4400"/>
              <a:buFont typeface="Calibri"/>
              <a:buNone/>
            </a:pPr>
            <a:r>
              <a:rPr lang="en-US">
                <a:solidFill>
                  <a:srgbClr val="FF0000"/>
                </a:solidFill>
              </a:rPr>
              <a:t>Dynamic Routing Protocols</a:t>
            </a:r>
            <a:endParaRPr>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8"/>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Purpose of Dynamic Routing Protocols</a:t>
            </a:r>
            <a:endParaRPr sz="2800">
              <a:solidFill>
                <a:srgbClr val="31859B"/>
              </a:solidFill>
            </a:endParaRPr>
          </a:p>
        </p:txBody>
      </p:sp>
      <p:sp>
        <p:nvSpPr>
          <p:cNvPr id="208" name="Google Shape;208;p18"/>
          <p:cNvSpPr txBox="1"/>
          <p:nvPr>
            <p:ph idx="1" type="body"/>
          </p:nvPr>
        </p:nvSpPr>
        <p:spPr>
          <a:xfrm>
            <a:off x="525010" y="1524000"/>
            <a:ext cx="7940675" cy="4717143"/>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Clr>
                <a:schemeClr val="dk1"/>
              </a:buClr>
              <a:buSzPct val="100000"/>
              <a:buNone/>
            </a:pPr>
            <a:r>
              <a:rPr lang="en-US"/>
              <a:t>Routing Protocols are used to facilitate the </a:t>
            </a:r>
            <a:r>
              <a:rPr lang="en-US">
                <a:solidFill>
                  <a:srgbClr val="FF0000"/>
                </a:solidFill>
              </a:rPr>
              <a:t>exchange of routing information </a:t>
            </a:r>
            <a:r>
              <a:rPr lang="en-US"/>
              <a:t>between routers.</a:t>
            </a:r>
            <a:endParaRPr/>
          </a:p>
          <a:p>
            <a:pPr indent="0" lvl="0" marL="0" rtl="0" algn="l">
              <a:spcBef>
                <a:spcPts val="592"/>
              </a:spcBef>
              <a:spcAft>
                <a:spcPts val="0"/>
              </a:spcAft>
              <a:buClr>
                <a:schemeClr val="dk1"/>
              </a:buClr>
              <a:buSzPct val="100000"/>
              <a:buNone/>
            </a:pPr>
            <a:r>
              <a:rPr lang="en-US"/>
              <a:t>The purpose of dynamic routing protocols includes:</a:t>
            </a:r>
            <a:endParaRPr/>
          </a:p>
          <a:p>
            <a:pPr indent="-342900" lvl="0" marL="342900" rtl="0" algn="l">
              <a:spcBef>
                <a:spcPts val="592"/>
              </a:spcBef>
              <a:spcAft>
                <a:spcPts val="0"/>
              </a:spcAft>
              <a:buClr>
                <a:schemeClr val="dk1"/>
              </a:buClr>
              <a:buSzPct val="100000"/>
              <a:buChar char="•"/>
            </a:pPr>
            <a:r>
              <a:rPr lang="en-US"/>
              <a:t>Discovery of remote networks</a:t>
            </a:r>
            <a:endParaRPr/>
          </a:p>
          <a:p>
            <a:pPr indent="-342900" lvl="0" marL="342900" rtl="0" algn="l">
              <a:spcBef>
                <a:spcPts val="592"/>
              </a:spcBef>
              <a:spcAft>
                <a:spcPts val="0"/>
              </a:spcAft>
              <a:buClr>
                <a:schemeClr val="dk1"/>
              </a:buClr>
              <a:buSzPct val="100000"/>
              <a:buChar char="•"/>
            </a:pPr>
            <a:r>
              <a:rPr lang="en-US"/>
              <a:t>Maintaining </a:t>
            </a:r>
            <a:r>
              <a:rPr lang="en-US">
                <a:solidFill>
                  <a:srgbClr val="FF0000"/>
                </a:solidFill>
              </a:rPr>
              <a:t>up-to-date </a:t>
            </a:r>
            <a:r>
              <a:rPr lang="en-US"/>
              <a:t>routing information</a:t>
            </a:r>
            <a:endParaRPr/>
          </a:p>
          <a:p>
            <a:pPr indent="-342900" lvl="0" marL="342900" rtl="0" algn="l">
              <a:spcBef>
                <a:spcPts val="592"/>
              </a:spcBef>
              <a:spcAft>
                <a:spcPts val="0"/>
              </a:spcAft>
              <a:buClr>
                <a:schemeClr val="dk1"/>
              </a:buClr>
              <a:buSzPct val="100000"/>
              <a:buChar char="•"/>
            </a:pPr>
            <a:r>
              <a:rPr lang="en-US"/>
              <a:t>Choosing the </a:t>
            </a:r>
            <a:r>
              <a:rPr lang="en-US">
                <a:solidFill>
                  <a:srgbClr val="FF0000"/>
                </a:solidFill>
              </a:rPr>
              <a:t>best path </a:t>
            </a:r>
            <a:r>
              <a:rPr lang="en-US"/>
              <a:t>to destination networks</a:t>
            </a:r>
            <a:endParaRPr/>
          </a:p>
          <a:p>
            <a:pPr indent="-342900" lvl="0" marL="342900" rtl="0" algn="l">
              <a:spcBef>
                <a:spcPts val="592"/>
              </a:spcBef>
              <a:spcAft>
                <a:spcPts val="0"/>
              </a:spcAft>
              <a:buClr>
                <a:schemeClr val="dk1"/>
              </a:buClr>
              <a:buSzPct val="100000"/>
              <a:buChar char="•"/>
            </a:pPr>
            <a:r>
              <a:rPr lang="en-US"/>
              <a:t>Ability to find a new best path if the current path is no longer available</a:t>
            </a:r>
            <a:endParaRPr/>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9"/>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Classifying Routing Protocols</a:t>
            </a:r>
            <a:endParaRPr sz="2800">
              <a:solidFill>
                <a:srgbClr val="31859B"/>
              </a:solidFill>
            </a:endParaRPr>
          </a:p>
        </p:txBody>
      </p:sp>
      <p:pic>
        <p:nvPicPr>
          <p:cNvPr id="215" name="Google Shape;215;p19"/>
          <p:cNvPicPr preferRelativeResize="0"/>
          <p:nvPr/>
        </p:nvPicPr>
        <p:blipFill rotWithShape="1">
          <a:blip r:embed="rId3">
            <a:alphaModFix/>
          </a:blip>
          <a:srcRect b="0" l="0" r="0" t="0"/>
          <a:stretch/>
        </p:blipFill>
        <p:spPr>
          <a:xfrm>
            <a:off x="1371600" y="1371600"/>
            <a:ext cx="6381750" cy="4889244"/>
          </a:xfrm>
          <a:prstGeom prst="rect">
            <a:avLst/>
          </a:prstGeom>
          <a:noFill/>
          <a:ln>
            <a:noFill/>
          </a:ln>
        </p:spPr>
      </p:pic>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0"/>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IGP and EGP Routing Protocols</a:t>
            </a:r>
            <a:endParaRPr/>
          </a:p>
        </p:txBody>
      </p:sp>
      <p:pic>
        <p:nvPicPr>
          <p:cNvPr id="222" name="Google Shape;222;p20"/>
          <p:cNvPicPr preferRelativeResize="0"/>
          <p:nvPr/>
        </p:nvPicPr>
        <p:blipFill rotWithShape="1">
          <a:blip r:embed="rId3">
            <a:alphaModFix/>
          </a:blip>
          <a:srcRect b="0" l="0" r="0" t="0"/>
          <a:stretch/>
        </p:blipFill>
        <p:spPr>
          <a:xfrm>
            <a:off x="0" y="1742133"/>
            <a:ext cx="6540500" cy="4528038"/>
          </a:xfrm>
          <a:prstGeom prst="rect">
            <a:avLst/>
          </a:prstGeom>
          <a:noFill/>
          <a:ln>
            <a:noFill/>
          </a:ln>
        </p:spPr>
      </p:pic>
      <p:sp>
        <p:nvSpPr>
          <p:cNvPr id="223" name="Google Shape;223;p20"/>
          <p:cNvSpPr txBox="1"/>
          <p:nvPr/>
        </p:nvSpPr>
        <p:spPr>
          <a:xfrm>
            <a:off x="6037943" y="1640114"/>
            <a:ext cx="2873828" cy="40257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Calibri"/>
                <a:ea typeface="Calibri"/>
                <a:cs typeface="Calibri"/>
                <a:sym typeface="Calibri"/>
              </a:rPr>
              <a:t>Interior Gateway Protocols (IGP) </a:t>
            </a:r>
            <a:r>
              <a:rPr b="0" i="0" lang="en-US" sz="2000" u="none" cap="none" strike="noStrike">
                <a:solidFill>
                  <a:schemeClr val="dk1"/>
                </a:solidFill>
                <a:latin typeface="Calibri"/>
                <a:ea typeface="Calibri"/>
                <a:cs typeface="Calibri"/>
                <a:sym typeface="Calibri"/>
              </a:rPr>
              <a:t>- </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1859B"/>
              </a:buClr>
              <a:buSzPts val="2000"/>
              <a:buFont typeface="Noto Sans Symbols"/>
              <a:buChar char="▪"/>
            </a:pPr>
            <a:r>
              <a:rPr b="0" i="0" lang="en-US" sz="2000" u="none" cap="none" strike="noStrike">
                <a:solidFill>
                  <a:schemeClr val="dk1"/>
                </a:solidFill>
                <a:latin typeface="Calibri"/>
                <a:ea typeface="Calibri"/>
                <a:cs typeface="Calibri"/>
                <a:sym typeface="Calibri"/>
              </a:rPr>
              <a:t>Used for routing within an AS</a:t>
            </a:r>
            <a:endParaRPr/>
          </a:p>
          <a:p>
            <a:pPr indent="-342900" lvl="0" marL="342900" marR="0" rtl="0" algn="l">
              <a:spcBef>
                <a:spcPts val="0"/>
              </a:spcBef>
              <a:spcAft>
                <a:spcPts val="0"/>
              </a:spcAft>
              <a:buClr>
                <a:srgbClr val="31859B"/>
              </a:buClr>
              <a:buSzPts val="2000"/>
              <a:buFont typeface="Noto Sans Symbols"/>
              <a:buChar char="▪"/>
            </a:pPr>
            <a:r>
              <a:rPr b="0" i="0" lang="en-US" sz="2000" u="none" cap="none" strike="noStrike">
                <a:solidFill>
                  <a:schemeClr val="dk1"/>
                </a:solidFill>
                <a:latin typeface="Calibri"/>
                <a:ea typeface="Calibri"/>
                <a:cs typeface="Calibri"/>
                <a:sym typeface="Calibri"/>
              </a:rPr>
              <a:t>Include RIP, EIGRP, OSPF, and IS-IS</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2000" u="none" cap="none" strike="noStrike">
                <a:solidFill>
                  <a:schemeClr val="dk1"/>
                </a:solidFill>
                <a:latin typeface="Calibri"/>
                <a:ea typeface="Calibri"/>
                <a:cs typeface="Calibri"/>
                <a:sym typeface="Calibri"/>
              </a:rPr>
              <a:t>Exterior Gateway Protocols (EGP) </a:t>
            </a:r>
            <a:r>
              <a:rPr b="0" i="0" lang="en-US" sz="2000" u="none" cap="none" strike="noStrike">
                <a:solidFill>
                  <a:schemeClr val="dk1"/>
                </a:solidFill>
                <a:latin typeface="Calibri"/>
                <a:ea typeface="Calibri"/>
                <a:cs typeface="Calibri"/>
                <a:sym typeface="Calibri"/>
              </a:rPr>
              <a:t>- </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1859B"/>
              </a:buClr>
              <a:buSzPts val="2000"/>
              <a:buFont typeface="Noto Sans Symbols"/>
              <a:buChar char="▪"/>
            </a:pPr>
            <a:r>
              <a:rPr b="0" i="0" lang="en-US" sz="2000" u="none" cap="none" strike="noStrike">
                <a:solidFill>
                  <a:schemeClr val="dk1"/>
                </a:solidFill>
                <a:latin typeface="Calibri"/>
                <a:ea typeface="Calibri"/>
                <a:cs typeface="Calibri"/>
                <a:sym typeface="Calibri"/>
              </a:rPr>
              <a:t>Used for routing between AS</a:t>
            </a:r>
            <a:endParaRPr/>
          </a:p>
          <a:p>
            <a:pPr indent="-342900" lvl="0" marL="342900" marR="0" rtl="0" algn="l">
              <a:spcBef>
                <a:spcPts val="0"/>
              </a:spcBef>
              <a:spcAft>
                <a:spcPts val="0"/>
              </a:spcAft>
              <a:buClr>
                <a:srgbClr val="31859B"/>
              </a:buClr>
              <a:buSzPts val="2000"/>
              <a:buFont typeface="Noto Sans Symbols"/>
              <a:buChar char="▪"/>
            </a:pPr>
            <a:r>
              <a:rPr b="0" i="0" lang="en-US" sz="2000" u="none" cap="none" strike="noStrike">
                <a:solidFill>
                  <a:schemeClr val="dk1"/>
                </a:solidFill>
                <a:latin typeface="Calibri"/>
                <a:ea typeface="Calibri"/>
                <a:cs typeface="Calibri"/>
                <a:sym typeface="Calibri"/>
              </a:rPr>
              <a:t>Official routing protocol used by the Internet</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1"/>
          <p:cNvSpPr txBox="1"/>
          <p:nvPr>
            <p:ph type="title"/>
          </p:nvPr>
        </p:nvSpPr>
        <p:spPr>
          <a:xfrm>
            <a:off x="343502" y="304800"/>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800"/>
              <a:buFont typeface="Calibri"/>
              <a:buNone/>
            </a:pPr>
            <a:br>
              <a:rPr lang="en-US" sz="1800"/>
            </a:br>
            <a:r>
              <a:rPr lang="en-US" sz="2800"/>
              <a:t>Dynamic Routing Protocols</a:t>
            </a:r>
            <a:endParaRPr sz="2800">
              <a:solidFill>
                <a:srgbClr val="31859B"/>
              </a:solidFill>
            </a:endParaRPr>
          </a:p>
        </p:txBody>
      </p:sp>
      <p:sp>
        <p:nvSpPr>
          <p:cNvPr id="230" name="Google Shape;230;p21"/>
          <p:cNvSpPr txBox="1"/>
          <p:nvPr>
            <p:ph idx="1" type="body"/>
          </p:nvPr>
        </p:nvSpPr>
        <p:spPr>
          <a:xfrm>
            <a:off x="496602" y="1219200"/>
            <a:ext cx="7940675" cy="438036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Dynamic routing protocols used in networks since the late 1980s</a:t>
            </a:r>
            <a:endParaRPr/>
          </a:p>
          <a:p>
            <a:pPr indent="-342900" lvl="0" marL="342900" rtl="0" algn="l">
              <a:spcBef>
                <a:spcPts val="640"/>
              </a:spcBef>
              <a:spcAft>
                <a:spcPts val="0"/>
              </a:spcAft>
              <a:buClr>
                <a:schemeClr val="dk1"/>
              </a:buClr>
              <a:buSzPts val="3200"/>
              <a:buChar char="•"/>
            </a:pPr>
            <a:r>
              <a:rPr lang="en-US"/>
              <a:t>Newer versions support the communication based on IPv6 </a:t>
            </a:r>
            <a:endParaRPr/>
          </a:p>
        </p:txBody>
      </p:sp>
      <p:pic>
        <p:nvPicPr>
          <p:cNvPr id="231" name="Google Shape;231;p21"/>
          <p:cNvPicPr preferRelativeResize="0"/>
          <p:nvPr/>
        </p:nvPicPr>
        <p:blipFill rotWithShape="1">
          <a:blip r:embed="rId3">
            <a:alphaModFix/>
          </a:blip>
          <a:srcRect b="0" l="0" r="0" t="0"/>
          <a:stretch/>
        </p:blipFill>
        <p:spPr>
          <a:xfrm>
            <a:off x="343502" y="3757670"/>
            <a:ext cx="8246876" cy="2278742"/>
          </a:xfrm>
          <a:prstGeom prst="rect">
            <a:avLst/>
          </a:prstGeom>
          <a:noFill/>
          <a:ln>
            <a:noFill/>
          </a:ln>
        </p:spPr>
      </p:pic>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2"/>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Components of Dynamic Routing Protocols</a:t>
            </a:r>
            <a:endParaRPr sz="2800">
              <a:solidFill>
                <a:srgbClr val="31859B"/>
              </a:solidFill>
            </a:endParaRPr>
          </a:p>
        </p:txBody>
      </p:sp>
      <p:sp>
        <p:nvSpPr>
          <p:cNvPr id="238" name="Google Shape;238;p22"/>
          <p:cNvSpPr txBox="1"/>
          <p:nvPr>
            <p:ph idx="1" type="body"/>
          </p:nvPr>
        </p:nvSpPr>
        <p:spPr>
          <a:xfrm>
            <a:off x="457200" y="1295400"/>
            <a:ext cx="8375876" cy="5036457"/>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b="1" lang="en-US"/>
              <a:t>Data structures -</a:t>
            </a:r>
            <a:r>
              <a:rPr lang="en-US"/>
              <a:t> Routing protocols typically use tables or databases for its operations. This information is kept in RAM.  </a:t>
            </a:r>
            <a:endParaRPr/>
          </a:p>
          <a:p>
            <a:pPr indent="-342900" lvl="0" marL="342900" rtl="0" algn="l">
              <a:spcBef>
                <a:spcPts val="592"/>
              </a:spcBef>
              <a:spcAft>
                <a:spcPts val="0"/>
              </a:spcAft>
              <a:buClr>
                <a:schemeClr val="dk1"/>
              </a:buClr>
              <a:buSzPct val="100000"/>
              <a:buChar char="•"/>
            </a:pPr>
            <a:r>
              <a:rPr b="1" lang="en-US"/>
              <a:t>Routing protocol messages -</a:t>
            </a:r>
            <a:r>
              <a:rPr lang="en-US"/>
              <a:t> Routing protocols use various types of messages to discover neighboring routers, exchange routing information, and other tasks to learn and maintain accurate information about the network. </a:t>
            </a:r>
            <a:endParaRPr/>
          </a:p>
          <a:p>
            <a:pPr indent="-342900" lvl="0" marL="342900" rtl="0" algn="l">
              <a:spcBef>
                <a:spcPts val="592"/>
              </a:spcBef>
              <a:spcAft>
                <a:spcPts val="0"/>
              </a:spcAft>
              <a:buClr>
                <a:schemeClr val="dk1"/>
              </a:buClr>
              <a:buSzPct val="100000"/>
              <a:buChar char="•"/>
            </a:pPr>
            <a:r>
              <a:rPr b="1" lang="en-US"/>
              <a:t>Algorithm -</a:t>
            </a:r>
            <a:r>
              <a:rPr lang="en-US"/>
              <a:t> Routing protocols use algorithms for facilitating routing information for best path determination.  </a:t>
            </a:r>
            <a:endParaRPr/>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3"/>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The Role of Dynamic Routing Protocols</a:t>
            </a:r>
            <a:endParaRPr sz="2800">
              <a:solidFill>
                <a:srgbClr val="31859B"/>
              </a:solidFill>
            </a:endParaRPr>
          </a:p>
        </p:txBody>
      </p:sp>
      <p:sp>
        <p:nvSpPr>
          <p:cNvPr id="245" name="Google Shape;245;p23"/>
          <p:cNvSpPr txBox="1"/>
          <p:nvPr/>
        </p:nvSpPr>
        <p:spPr>
          <a:xfrm>
            <a:off x="580571" y="1529025"/>
            <a:ext cx="7924800" cy="41857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B050"/>
                </a:solidFill>
                <a:latin typeface="Calibri"/>
                <a:ea typeface="Calibri"/>
                <a:cs typeface="Calibri"/>
                <a:sym typeface="Calibri"/>
              </a:rPr>
              <a:t>Advantages</a:t>
            </a:r>
            <a:r>
              <a:rPr b="0" i="0" lang="en-US" sz="2400" u="none" cap="none" strike="noStrike">
                <a:solidFill>
                  <a:schemeClr val="dk1"/>
                </a:solidFill>
                <a:latin typeface="Calibri"/>
                <a:ea typeface="Calibri"/>
                <a:cs typeface="Calibri"/>
                <a:sym typeface="Calibri"/>
              </a:rPr>
              <a:t> </a:t>
            </a:r>
            <a:endParaRPr/>
          </a:p>
          <a:p>
            <a:pPr indent="-342900" lvl="0" marL="342900" marR="0" rtl="0" algn="l">
              <a:spcBef>
                <a:spcPts val="0"/>
              </a:spcBef>
              <a:spcAft>
                <a:spcPts val="0"/>
              </a:spcAft>
              <a:buClr>
                <a:srgbClr val="31859B"/>
              </a:buClr>
              <a:buSzPts val="2000"/>
              <a:buFont typeface="Noto Sans Symbols"/>
              <a:buChar char="▪"/>
            </a:pPr>
            <a:r>
              <a:rPr b="0" i="0" lang="en-US" sz="2000" u="none" cap="none" strike="noStrike">
                <a:solidFill>
                  <a:schemeClr val="dk1"/>
                </a:solidFill>
                <a:latin typeface="Calibri"/>
                <a:ea typeface="Calibri"/>
                <a:cs typeface="Calibri"/>
                <a:sym typeface="Calibri"/>
              </a:rPr>
              <a:t>Automatically share information about remote networks</a:t>
            </a:r>
            <a:endParaRPr/>
          </a:p>
          <a:p>
            <a:pPr indent="-342900" lvl="0" marL="342900" marR="0" rtl="0" algn="l">
              <a:spcBef>
                <a:spcPts val="0"/>
              </a:spcBef>
              <a:spcAft>
                <a:spcPts val="0"/>
              </a:spcAft>
              <a:buClr>
                <a:srgbClr val="31859B"/>
              </a:buClr>
              <a:buSzPts val="2000"/>
              <a:buFont typeface="Noto Sans Symbols"/>
              <a:buChar char="▪"/>
            </a:pPr>
            <a:r>
              <a:rPr b="0" i="0" lang="en-US" sz="2000" u="none" cap="none" strike="noStrike">
                <a:solidFill>
                  <a:schemeClr val="dk1"/>
                </a:solidFill>
                <a:latin typeface="Calibri"/>
                <a:ea typeface="Calibri"/>
                <a:cs typeface="Calibri"/>
                <a:sym typeface="Calibri"/>
              </a:rPr>
              <a:t>Determine the best path to each network and add this information to their routing tables</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1859B"/>
              </a:buClr>
              <a:buSzPts val="2000"/>
              <a:buFont typeface="Noto Sans Symbols"/>
              <a:buChar char="▪"/>
            </a:pPr>
            <a:r>
              <a:rPr b="0" i="0" lang="en-US" sz="2000" u="none" cap="none" strike="noStrike">
                <a:solidFill>
                  <a:schemeClr val="dk1"/>
                </a:solidFill>
                <a:latin typeface="Calibri"/>
                <a:ea typeface="Calibri"/>
                <a:cs typeface="Calibri"/>
                <a:sym typeface="Calibri"/>
              </a:rPr>
              <a:t>Compared to static routing, dynamic routing protocols require less administrative overhead</a:t>
            </a:r>
            <a:endParaRPr/>
          </a:p>
          <a:p>
            <a:pPr indent="-342900" lvl="0" marL="342900" marR="0" rtl="0" algn="l">
              <a:spcBef>
                <a:spcPts val="0"/>
              </a:spcBef>
              <a:spcAft>
                <a:spcPts val="0"/>
              </a:spcAft>
              <a:buClr>
                <a:srgbClr val="31859B"/>
              </a:buClr>
              <a:buSzPts val="2000"/>
              <a:buFont typeface="Noto Sans Symbols"/>
              <a:buChar char="▪"/>
            </a:pPr>
            <a:r>
              <a:rPr b="0" i="0" lang="en-US" sz="2000" u="none" cap="none" strike="noStrike">
                <a:solidFill>
                  <a:schemeClr val="dk1"/>
                </a:solidFill>
                <a:latin typeface="Calibri"/>
                <a:ea typeface="Calibri"/>
                <a:cs typeface="Calibri"/>
                <a:sym typeface="Calibri"/>
              </a:rPr>
              <a:t>Help the network administrator manage the time-consuming process of configuring and maintaining static routes</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2400" u="none" cap="none" strike="noStrike">
                <a:solidFill>
                  <a:srgbClr val="FF0000"/>
                </a:solidFill>
                <a:latin typeface="Calibri"/>
                <a:ea typeface="Calibri"/>
                <a:cs typeface="Calibri"/>
                <a:sym typeface="Calibri"/>
              </a:rPr>
              <a:t>Disadvantages </a:t>
            </a:r>
            <a:r>
              <a:rPr b="0" i="0" lang="en-US" sz="2400" u="none" cap="none" strike="noStrike">
                <a:solidFill>
                  <a:schemeClr val="dk1"/>
                </a:solidFill>
                <a:latin typeface="Calibri"/>
                <a:ea typeface="Calibri"/>
                <a:cs typeface="Calibri"/>
                <a:sym typeface="Calibri"/>
              </a:rPr>
              <a:t>:</a:t>
            </a:r>
            <a:endParaRPr/>
          </a:p>
          <a:p>
            <a:pPr indent="-342900" lvl="0" marL="342900" marR="0" rtl="0" algn="l">
              <a:spcBef>
                <a:spcPts val="0"/>
              </a:spcBef>
              <a:spcAft>
                <a:spcPts val="0"/>
              </a:spcAft>
              <a:buClr>
                <a:srgbClr val="678DC5"/>
              </a:buClr>
              <a:buSzPts val="2000"/>
              <a:buFont typeface="Noto Sans Symbols"/>
              <a:buChar char="▪"/>
            </a:pPr>
            <a:r>
              <a:rPr b="0" i="0" lang="en-US" sz="2000" u="none" cap="none" strike="noStrike">
                <a:solidFill>
                  <a:schemeClr val="dk1"/>
                </a:solidFill>
                <a:latin typeface="Calibri"/>
                <a:ea typeface="Calibri"/>
                <a:cs typeface="Calibri"/>
                <a:sym typeface="Calibri"/>
              </a:rPr>
              <a:t>Part of a router’s resources are dedicated for protocol operation, including CPU time and network link bandwidth</a:t>
            </a:r>
            <a:endParaRPr/>
          </a:p>
          <a:p>
            <a:pPr indent="-342900" lvl="0" marL="342900" marR="0" rtl="0" algn="l">
              <a:spcBef>
                <a:spcPts val="0"/>
              </a:spcBef>
              <a:spcAft>
                <a:spcPts val="0"/>
              </a:spcAft>
              <a:buClr>
                <a:srgbClr val="678DC5"/>
              </a:buClr>
              <a:buSzPts val="2000"/>
              <a:buFont typeface="Noto Sans Symbols"/>
              <a:buChar char="▪"/>
            </a:pPr>
            <a:r>
              <a:rPr b="0" i="0" lang="en-US" sz="2000" u="none" cap="none" strike="noStrike">
                <a:solidFill>
                  <a:schemeClr val="dk1"/>
                </a:solidFill>
                <a:latin typeface="Calibri"/>
                <a:ea typeface="Calibri"/>
                <a:cs typeface="Calibri"/>
                <a:sym typeface="Calibri"/>
              </a:rPr>
              <a:t>Times when static routing is more appropriate</a:t>
            </a:r>
            <a:endParaRPr b="0" i="0" sz="2000" u="none" cap="none" strike="noStrike">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4"/>
          <p:cNvSpPr txBox="1"/>
          <p:nvPr>
            <p:ph type="title"/>
          </p:nvPr>
        </p:nvSpPr>
        <p:spPr>
          <a:xfrm>
            <a:off x="381000" y="304800"/>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Dynamic Routing Protocol Operation</a:t>
            </a:r>
            <a:endParaRPr sz="2800">
              <a:solidFill>
                <a:srgbClr val="31859B"/>
              </a:solidFill>
            </a:endParaRPr>
          </a:p>
        </p:txBody>
      </p:sp>
      <p:sp>
        <p:nvSpPr>
          <p:cNvPr id="252" name="Google Shape;252;p24"/>
          <p:cNvSpPr txBox="1"/>
          <p:nvPr>
            <p:ph idx="1" type="body"/>
          </p:nvPr>
        </p:nvSpPr>
        <p:spPr>
          <a:xfrm>
            <a:off x="533400" y="1219200"/>
            <a:ext cx="7940675" cy="5365296"/>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Clr>
                <a:schemeClr val="dk1"/>
              </a:buClr>
              <a:buSzPts val="3200"/>
              <a:buFont typeface="Calibri"/>
              <a:buAutoNum type="arabicPeriod"/>
            </a:pPr>
            <a:r>
              <a:rPr lang="en-US"/>
              <a:t>The router sends and receives routing messages on its interfaces. </a:t>
            </a:r>
            <a:endParaRPr/>
          </a:p>
          <a:p>
            <a:pPr indent="-457200" lvl="0" marL="457200" rtl="0" algn="l">
              <a:spcBef>
                <a:spcPts val="640"/>
              </a:spcBef>
              <a:spcAft>
                <a:spcPts val="0"/>
              </a:spcAft>
              <a:buClr>
                <a:schemeClr val="dk1"/>
              </a:buClr>
              <a:buSzPts val="3200"/>
              <a:buFont typeface="Calibri"/>
              <a:buAutoNum type="arabicPeriod"/>
            </a:pPr>
            <a:r>
              <a:rPr lang="en-US"/>
              <a:t>The router shares routing messages and routing information with other routers that are using the same routing protocol. </a:t>
            </a:r>
            <a:endParaRPr/>
          </a:p>
          <a:p>
            <a:pPr indent="-457200" lvl="0" marL="457200" rtl="0" algn="l">
              <a:spcBef>
                <a:spcPts val="640"/>
              </a:spcBef>
              <a:spcAft>
                <a:spcPts val="0"/>
              </a:spcAft>
              <a:buClr>
                <a:schemeClr val="dk1"/>
              </a:buClr>
              <a:buSzPts val="3200"/>
              <a:buFont typeface="Calibri"/>
              <a:buAutoNum type="arabicPeriod"/>
            </a:pPr>
            <a:r>
              <a:rPr lang="en-US"/>
              <a:t>Routers exchange routing information to learn about remote networks.  </a:t>
            </a:r>
            <a:endParaRPr/>
          </a:p>
          <a:p>
            <a:pPr indent="-457200" lvl="0" marL="457200" rtl="0" algn="l">
              <a:spcBef>
                <a:spcPts val="640"/>
              </a:spcBef>
              <a:spcAft>
                <a:spcPts val="0"/>
              </a:spcAft>
              <a:buClr>
                <a:schemeClr val="dk1"/>
              </a:buClr>
              <a:buSzPts val="3200"/>
              <a:buFont typeface="Calibri"/>
              <a:buAutoNum type="arabicPeriod"/>
            </a:pPr>
            <a:r>
              <a:rPr lang="en-US"/>
              <a:t>When a router detects a topology change the routing protocol can advertise this change to other routers. </a:t>
            </a:r>
            <a:endParaRPr/>
          </a:p>
          <a:p>
            <a:pPr indent="-107950" lvl="1" marL="742950" rtl="0" algn="l">
              <a:spcBef>
                <a:spcPts val="560"/>
              </a:spcBef>
              <a:spcAft>
                <a:spcPts val="0"/>
              </a:spcAft>
              <a:buClr>
                <a:schemeClr val="dk1"/>
              </a:buClr>
              <a:buSzPts val="2800"/>
              <a:buNone/>
            </a:pPr>
            <a:r>
              <a:t/>
            </a:r>
            <a:endParaRPr/>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Routing Protocol Metrics</a:t>
            </a:r>
            <a:endParaRPr sz="2800"/>
          </a:p>
        </p:txBody>
      </p:sp>
      <p:sp>
        <p:nvSpPr>
          <p:cNvPr id="259" name="Google Shape;259;p25"/>
          <p:cNvSpPr/>
          <p:nvPr/>
        </p:nvSpPr>
        <p:spPr>
          <a:xfrm>
            <a:off x="638628" y="1828800"/>
            <a:ext cx="7605485"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metric is a measurable value that is assigned by the routing protocol to different routes based on the usefulness of that route:</a:t>
            </a:r>
            <a:endParaRPr/>
          </a:p>
          <a:p>
            <a:pPr indent="-342900" lvl="0" marL="342900" marR="0" rtl="0" algn="l">
              <a:spcBef>
                <a:spcPts val="0"/>
              </a:spcBef>
              <a:spcAft>
                <a:spcPts val="0"/>
              </a:spcAft>
              <a:buClr>
                <a:srgbClr val="31859B"/>
              </a:buClr>
              <a:buSzPts val="1800"/>
              <a:buFont typeface="Noto Sans Symbols"/>
              <a:buChar char="▪"/>
            </a:pPr>
            <a:r>
              <a:rPr b="0" i="0" lang="en-US" sz="1800" u="none" cap="none" strike="noStrike">
                <a:solidFill>
                  <a:schemeClr val="dk1"/>
                </a:solidFill>
                <a:latin typeface="Calibri"/>
                <a:ea typeface="Calibri"/>
                <a:cs typeface="Calibri"/>
                <a:sym typeface="Calibri"/>
              </a:rPr>
              <a:t>Used to determine the overall “cost”  of a path from source to destination.</a:t>
            </a:r>
            <a:endParaRPr/>
          </a:p>
          <a:p>
            <a:pPr indent="-342900" lvl="0" marL="342900" marR="0" rtl="0" algn="l">
              <a:spcBef>
                <a:spcPts val="0"/>
              </a:spcBef>
              <a:spcAft>
                <a:spcPts val="0"/>
              </a:spcAft>
              <a:buClr>
                <a:srgbClr val="31859B"/>
              </a:buClr>
              <a:buSzPts val="1800"/>
              <a:buFont typeface="Noto Sans Symbols"/>
              <a:buChar char="▪"/>
            </a:pPr>
            <a:r>
              <a:rPr b="0" i="0" lang="en-US" sz="1800" u="none" cap="none" strike="noStrike">
                <a:solidFill>
                  <a:schemeClr val="dk1"/>
                </a:solidFill>
                <a:latin typeface="Calibri"/>
                <a:ea typeface="Calibri"/>
                <a:cs typeface="Calibri"/>
                <a:sym typeface="Calibri"/>
              </a:rPr>
              <a:t>Routing protocols determine the best path based on the route with the lowest cost.</a:t>
            </a:r>
            <a:endParaRPr/>
          </a:p>
          <a:p>
            <a:pPr indent="-228600" lvl="0" marL="342900" marR="0" rtl="0" algn="l">
              <a:spcBef>
                <a:spcPts val="0"/>
              </a:spcBef>
              <a:spcAft>
                <a:spcPts val="0"/>
              </a:spcAft>
              <a:buClr>
                <a:srgbClr val="31859B"/>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1859B"/>
              </a:buClr>
              <a:buSzPts val="1800"/>
              <a:buFont typeface="Noto Sans Symbols"/>
              <a:buChar char="▪"/>
            </a:pPr>
            <a:r>
              <a:rPr b="0" i="0" lang="en-US" sz="1800" u="none" cap="none" strike="noStrike">
                <a:solidFill>
                  <a:schemeClr val="dk1"/>
                </a:solidFill>
                <a:latin typeface="Calibri"/>
                <a:ea typeface="Calibri"/>
                <a:cs typeface="Calibri"/>
                <a:sym typeface="Calibri"/>
              </a:rPr>
              <a:t>RIP:  Hop count is the metric</a:t>
            </a:r>
            <a:endParaRPr/>
          </a:p>
          <a:p>
            <a:pPr indent="-342900" lvl="0" marL="342900" marR="0" rtl="0" algn="l">
              <a:spcBef>
                <a:spcPts val="0"/>
              </a:spcBef>
              <a:spcAft>
                <a:spcPts val="0"/>
              </a:spcAft>
              <a:buClr>
                <a:srgbClr val="31859B"/>
              </a:buClr>
              <a:buSzPts val="1800"/>
              <a:buFont typeface="Noto Sans Symbols"/>
              <a:buChar char="▪"/>
            </a:pPr>
            <a:r>
              <a:rPr b="0" i="0" lang="en-US" sz="1800" u="none" cap="none" strike="noStrike">
                <a:solidFill>
                  <a:schemeClr val="dk1"/>
                </a:solidFill>
                <a:latin typeface="Calibri"/>
                <a:ea typeface="Calibri"/>
                <a:cs typeface="Calibri"/>
                <a:sym typeface="Calibri"/>
              </a:rPr>
              <a:t>OSPF: Bandwidth</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 </a:t>
            </a:r>
            <a:endParaRPr/>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6"/>
          <p:cNvSpPr txBox="1"/>
          <p:nvPr>
            <p:ph type="title"/>
          </p:nvPr>
        </p:nvSpPr>
        <p:spPr>
          <a:xfrm>
            <a:off x="304800" y="228600"/>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800"/>
              <a:buFont typeface="Calibri"/>
              <a:buNone/>
            </a:pPr>
            <a:r>
              <a:rPr lang="en-US" sz="1800"/>
              <a:t>Routing Protocol Operating Fundamentals</a:t>
            </a:r>
            <a:br>
              <a:rPr lang="en-US" sz="1800"/>
            </a:br>
            <a:r>
              <a:rPr lang="en-US" sz="2800"/>
              <a:t>Cold Start</a:t>
            </a:r>
            <a:endParaRPr sz="2800">
              <a:solidFill>
                <a:srgbClr val="31859B"/>
              </a:solidFill>
            </a:endParaRPr>
          </a:p>
        </p:txBody>
      </p:sp>
      <p:pic>
        <p:nvPicPr>
          <p:cNvPr id="266" name="Google Shape;266;p26"/>
          <p:cNvPicPr preferRelativeResize="0"/>
          <p:nvPr/>
        </p:nvPicPr>
        <p:blipFill rotWithShape="1">
          <a:blip r:embed="rId3">
            <a:alphaModFix/>
          </a:blip>
          <a:srcRect b="0" l="0" r="0" t="0"/>
          <a:stretch/>
        </p:blipFill>
        <p:spPr>
          <a:xfrm>
            <a:off x="878732" y="1371600"/>
            <a:ext cx="7162800" cy="2704322"/>
          </a:xfrm>
          <a:prstGeom prst="rect">
            <a:avLst/>
          </a:prstGeom>
          <a:noFill/>
          <a:ln>
            <a:noFill/>
          </a:ln>
        </p:spPr>
      </p:pic>
      <p:sp>
        <p:nvSpPr>
          <p:cNvPr id="267" name="Google Shape;267;p26"/>
          <p:cNvSpPr/>
          <p:nvPr/>
        </p:nvSpPr>
        <p:spPr>
          <a:xfrm>
            <a:off x="1143000" y="4863749"/>
            <a:ext cx="7010400" cy="64633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31859B"/>
              </a:buClr>
              <a:buSzPts val="1800"/>
              <a:buFont typeface="Noto Sans Symbols"/>
              <a:buChar char="▪"/>
            </a:pPr>
            <a:r>
              <a:rPr lang="en-US" sz="1800">
                <a:solidFill>
                  <a:schemeClr val="dk1"/>
                </a:solidFill>
                <a:latin typeface="Calibri"/>
                <a:ea typeface="Calibri"/>
                <a:cs typeface="Calibri"/>
                <a:sym typeface="Calibri"/>
              </a:rPr>
              <a:t>All routers have the information of their own interfaces which are directly connected</a:t>
            </a:r>
            <a:endParaRPr sz="1800">
              <a:solidFill>
                <a:schemeClr val="dk1"/>
              </a:solidFill>
              <a:latin typeface="Calibri"/>
              <a:ea typeface="Calibri"/>
              <a:cs typeface="Calibri"/>
              <a:sym typeface="Calibri"/>
            </a:endParaRPr>
          </a:p>
        </p:txBody>
      </p:sp>
      <p:sp>
        <p:nvSpPr>
          <p:cNvPr id="268" name="Google Shape;268;p26"/>
          <p:cNvSpPr txBox="1"/>
          <p:nvPr/>
        </p:nvSpPr>
        <p:spPr>
          <a:xfrm>
            <a:off x="3352800" y="4084830"/>
            <a:ext cx="3802743" cy="4247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Routers running RIPv2</a:t>
            </a:r>
            <a:endParaRPr sz="1800">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7"/>
          <p:cNvSpPr txBox="1"/>
          <p:nvPr>
            <p:ph type="title"/>
          </p:nvPr>
        </p:nvSpPr>
        <p:spPr>
          <a:xfrm>
            <a:off x="332467" y="228600"/>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Network Discovery</a:t>
            </a:r>
            <a:endParaRPr sz="2800">
              <a:solidFill>
                <a:srgbClr val="31859B"/>
              </a:solidFill>
            </a:endParaRPr>
          </a:p>
        </p:txBody>
      </p:sp>
      <p:sp>
        <p:nvSpPr>
          <p:cNvPr id="275" name="Google Shape;275;p27"/>
          <p:cNvSpPr/>
          <p:nvPr/>
        </p:nvSpPr>
        <p:spPr>
          <a:xfrm>
            <a:off x="5907469" y="2057400"/>
            <a:ext cx="3098800" cy="40318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alibri"/>
                <a:ea typeface="Calibri"/>
                <a:cs typeface="Calibri"/>
                <a:sym typeface="Calibri"/>
              </a:rPr>
              <a:t>Router R1: </a:t>
            </a:r>
            <a:endParaRPr sz="2000">
              <a:solidFill>
                <a:srgbClr val="FF0000"/>
              </a:solidFill>
              <a:latin typeface="Calibri"/>
              <a:ea typeface="Calibri"/>
              <a:cs typeface="Calibri"/>
              <a:sym typeface="Calibri"/>
            </a:endParaRPr>
          </a:p>
          <a:p>
            <a:pPr indent="-342900" lvl="0" marL="342900" marR="0" rtl="0" algn="l">
              <a:spcBef>
                <a:spcPts val="0"/>
              </a:spcBef>
              <a:spcAft>
                <a:spcPts val="0"/>
              </a:spcAft>
              <a:buClr>
                <a:srgbClr val="31859B"/>
              </a:buClr>
              <a:buSzPts val="1800"/>
              <a:buFont typeface="Noto Sans Symbols"/>
              <a:buChar char="▪"/>
            </a:pPr>
            <a:r>
              <a:rPr lang="en-US" sz="1800">
                <a:solidFill>
                  <a:schemeClr val="dk1"/>
                </a:solidFill>
                <a:latin typeface="Calibri"/>
                <a:ea typeface="Calibri"/>
                <a:cs typeface="Calibri"/>
                <a:sym typeface="Calibri"/>
              </a:rPr>
              <a:t>Sends an update about network 10.1.0.0 out the Serial0/0/0 interface</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rgbClr val="31859B"/>
              </a:buClr>
              <a:buSzPts val="1800"/>
              <a:buFont typeface="Noto Sans Symbols"/>
              <a:buChar char="▪"/>
            </a:pPr>
            <a:r>
              <a:rPr lang="en-US" sz="1800">
                <a:solidFill>
                  <a:schemeClr val="dk1"/>
                </a:solidFill>
                <a:latin typeface="Calibri"/>
                <a:ea typeface="Calibri"/>
                <a:cs typeface="Calibri"/>
                <a:sym typeface="Calibri"/>
              </a:rPr>
              <a:t>Sends an update about network 10.2.0.0 out the FastEthernet0/0 interface</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rgbClr val="31859B"/>
              </a:buClr>
              <a:buSzPts val="1800"/>
              <a:buFont typeface="Noto Sans Symbols"/>
              <a:buChar char="▪"/>
            </a:pPr>
            <a:r>
              <a:rPr lang="en-US" sz="1800">
                <a:solidFill>
                  <a:schemeClr val="dk1"/>
                </a:solidFill>
                <a:latin typeface="Calibri"/>
                <a:ea typeface="Calibri"/>
                <a:cs typeface="Calibri"/>
                <a:sym typeface="Calibri"/>
              </a:rPr>
              <a:t>Receives update from R2 about network 10.3.0.0 with a metric of 1</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rgbClr val="31859B"/>
              </a:buClr>
              <a:buSzPts val="1800"/>
              <a:buFont typeface="Noto Sans Symbols"/>
              <a:buChar char="▪"/>
            </a:pPr>
            <a:r>
              <a:rPr lang="en-US" sz="1800">
                <a:solidFill>
                  <a:schemeClr val="dk1"/>
                </a:solidFill>
                <a:latin typeface="Calibri"/>
                <a:ea typeface="Calibri"/>
                <a:cs typeface="Calibri"/>
                <a:sym typeface="Calibri"/>
              </a:rPr>
              <a:t>Stores network 10.3.0.0 in the routing table with a metric of 1</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sp>
        <p:nvSpPr>
          <p:cNvPr id="276" name="Google Shape;276;p27"/>
          <p:cNvSpPr txBox="1"/>
          <p:nvPr/>
        </p:nvSpPr>
        <p:spPr>
          <a:xfrm>
            <a:off x="1335312" y="5510080"/>
            <a:ext cx="3802743" cy="4247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Routers running RIPv2</a:t>
            </a:r>
            <a:endParaRPr sz="1800">
              <a:solidFill>
                <a:schemeClr val="dk1"/>
              </a:solidFill>
              <a:latin typeface="Calibri"/>
              <a:ea typeface="Calibri"/>
              <a:cs typeface="Calibri"/>
              <a:sym typeface="Calibri"/>
            </a:endParaRPr>
          </a:p>
        </p:txBody>
      </p:sp>
      <p:pic>
        <p:nvPicPr>
          <p:cNvPr id="277" name="Google Shape;277;p27"/>
          <p:cNvPicPr preferRelativeResize="0"/>
          <p:nvPr/>
        </p:nvPicPr>
        <p:blipFill rotWithShape="1">
          <a:blip r:embed="rId3">
            <a:alphaModFix/>
          </a:blip>
          <a:srcRect b="0" l="0" r="0" t="0"/>
          <a:stretch/>
        </p:blipFill>
        <p:spPr>
          <a:xfrm>
            <a:off x="332467" y="1636033"/>
            <a:ext cx="5545819" cy="3814818"/>
          </a:xfrm>
          <a:prstGeom prst="rect">
            <a:avLst/>
          </a:prstGeom>
          <a:noFill/>
          <a:ln>
            <a:noFill/>
          </a:ln>
        </p:spPr>
      </p:pic>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28"/>
          <p:cNvPicPr preferRelativeResize="0"/>
          <p:nvPr/>
        </p:nvPicPr>
        <p:blipFill rotWithShape="1">
          <a:blip r:embed="rId3">
            <a:alphaModFix/>
          </a:blip>
          <a:srcRect b="0" l="0" r="0" t="0"/>
          <a:stretch/>
        </p:blipFill>
        <p:spPr>
          <a:xfrm>
            <a:off x="232228" y="1426875"/>
            <a:ext cx="5682743" cy="3907584"/>
          </a:xfrm>
          <a:prstGeom prst="rect">
            <a:avLst/>
          </a:prstGeom>
          <a:noFill/>
          <a:ln>
            <a:noFill/>
          </a:ln>
        </p:spPr>
      </p:pic>
      <p:sp>
        <p:nvSpPr>
          <p:cNvPr id="284" name="Google Shape;284;p28"/>
          <p:cNvSpPr txBox="1"/>
          <p:nvPr>
            <p:ph type="title"/>
          </p:nvPr>
        </p:nvSpPr>
        <p:spPr>
          <a:xfrm>
            <a:off x="253305" y="304800"/>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Exchanging the Routing Information</a:t>
            </a:r>
            <a:endParaRPr sz="2800">
              <a:solidFill>
                <a:srgbClr val="31859B"/>
              </a:solidFill>
            </a:endParaRPr>
          </a:p>
        </p:txBody>
      </p:sp>
      <p:sp>
        <p:nvSpPr>
          <p:cNvPr id="285" name="Google Shape;285;p28"/>
          <p:cNvSpPr/>
          <p:nvPr/>
        </p:nvSpPr>
        <p:spPr>
          <a:xfrm>
            <a:off x="5733142" y="1194911"/>
            <a:ext cx="3410857" cy="56630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alibri"/>
                <a:ea typeface="Calibri"/>
                <a:cs typeface="Calibri"/>
                <a:sym typeface="Calibri"/>
              </a:rPr>
              <a:t>Router R1:</a:t>
            </a:r>
            <a:endParaRPr/>
          </a:p>
          <a:p>
            <a:pPr indent="-285750" lvl="0" marL="285750" marR="0" rtl="0" algn="l">
              <a:spcBef>
                <a:spcPts val="0"/>
              </a:spcBef>
              <a:spcAft>
                <a:spcPts val="0"/>
              </a:spcAft>
              <a:buClr>
                <a:srgbClr val="31859B"/>
              </a:buClr>
              <a:buSzPts val="1800"/>
              <a:buFont typeface="Noto Sans Symbols"/>
              <a:buChar char="▪"/>
            </a:pPr>
            <a:r>
              <a:rPr lang="en-US" sz="1800">
                <a:solidFill>
                  <a:schemeClr val="dk1"/>
                </a:solidFill>
                <a:latin typeface="Calibri"/>
                <a:ea typeface="Calibri"/>
                <a:cs typeface="Calibri"/>
                <a:sym typeface="Calibri"/>
              </a:rPr>
              <a:t>Sends an update about network 10. 1. 0. 0 out the Serial 0/0/0 interface</a:t>
            </a:r>
            <a:endParaRPr/>
          </a:p>
          <a:p>
            <a:pPr indent="-285750" lvl="0" marL="285750" marR="0" rtl="0" algn="l">
              <a:spcBef>
                <a:spcPts val="0"/>
              </a:spcBef>
              <a:spcAft>
                <a:spcPts val="0"/>
              </a:spcAft>
              <a:buClr>
                <a:srgbClr val="31859B"/>
              </a:buClr>
              <a:buSzPts val="1800"/>
              <a:buFont typeface="Noto Sans Symbols"/>
              <a:buChar char="▪"/>
            </a:pPr>
            <a:r>
              <a:rPr lang="en-US" sz="1800">
                <a:solidFill>
                  <a:schemeClr val="dk1"/>
                </a:solidFill>
                <a:latin typeface="Calibri"/>
                <a:ea typeface="Calibri"/>
                <a:cs typeface="Calibri"/>
                <a:sym typeface="Calibri"/>
              </a:rPr>
              <a:t>Sends an update about networks 10. 2. 0. 0 and 10. 3. 0. 0 out the FastEthernet0/0 interface</a:t>
            </a:r>
            <a:endParaRPr/>
          </a:p>
          <a:p>
            <a:pPr indent="-285750" lvl="0" marL="285750" marR="0" rtl="0" algn="l">
              <a:spcBef>
                <a:spcPts val="0"/>
              </a:spcBef>
              <a:spcAft>
                <a:spcPts val="0"/>
              </a:spcAft>
              <a:buClr>
                <a:srgbClr val="31859B"/>
              </a:buClr>
              <a:buSzPts val="1800"/>
              <a:buFont typeface="Noto Sans Symbols"/>
              <a:buChar char="▪"/>
            </a:pPr>
            <a:r>
              <a:rPr lang="en-US" sz="1800">
                <a:solidFill>
                  <a:srgbClr val="FF0000"/>
                </a:solidFill>
                <a:latin typeface="Calibri"/>
                <a:ea typeface="Calibri"/>
                <a:cs typeface="Calibri"/>
                <a:sym typeface="Calibri"/>
              </a:rPr>
              <a:t>Receives </a:t>
            </a:r>
            <a:r>
              <a:rPr lang="en-US" sz="1800">
                <a:solidFill>
                  <a:schemeClr val="dk1"/>
                </a:solidFill>
                <a:latin typeface="Calibri"/>
                <a:ea typeface="Calibri"/>
                <a:cs typeface="Calibri"/>
                <a:sym typeface="Calibri"/>
              </a:rPr>
              <a:t>an update from R2 about network </a:t>
            </a:r>
            <a:r>
              <a:rPr lang="en-US" sz="1800">
                <a:solidFill>
                  <a:srgbClr val="FF0000"/>
                </a:solidFill>
                <a:latin typeface="Calibri"/>
                <a:ea typeface="Calibri"/>
                <a:cs typeface="Calibri"/>
                <a:sym typeface="Calibri"/>
              </a:rPr>
              <a:t>10. 4. 0. 0 </a:t>
            </a:r>
            <a:r>
              <a:rPr lang="en-US" sz="1800">
                <a:solidFill>
                  <a:schemeClr val="dk1"/>
                </a:solidFill>
                <a:latin typeface="Calibri"/>
                <a:ea typeface="Calibri"/>
                <a:cs typeface="Calibri"/>
                <a:sym typeface="Calibri"/>
              </a:rPr>
              <a:t>with a metric of 2</a:t>
            </a:r>
            <a:endParaRPr/>
          </a:p>
          <a:p>
            <a:pPr indent="-285750" lvl="0" marL="285750" marR="0" rtl="0" algn="l">
              <a:spcBef>
                <a:spcPts val="0"/>
              </a:spcBef>
              <a:spcAft>
                <a:spcPts val="0"/>
              </a:spcAft>
              <a:buClr>
                <a:srgbClr val="31859B"/>
              </a:buClr>
              <a:buSzPts val="1800"/>
              <a:buFont typeface="Noto Sans Symbols"/>
              <a:buChar char="▪"/>
            </a:pPr>
            <a:r>
              <a:rPr lang="en-US" sz="1800">
                <a:solidFill>
                  <a:schemeClr val="dk1"/>
                </a:solidFill>
                <a:latin typeface="Calibri"/>
                <a:ea typeface="Calibri"/>
                <a:cs typeface="Calibri"/>
                <a:sym typeface="Calibri"/>
              </a:rPr>
              <a:t>Stores network 10. 4. 0. 0 in the routing table with a metric of 2</a:t>
            </a:r>
            <a:endParaRPr/>
          </a:p>
          <a:p>
            <a:pPr indent="-285750" lvl="0" marL="285750" marR="0" rtl="0" algn="l">
              <a:spcBef>
                <a:spcPts val="0"/>
              </a:spcBef>
              <a:spcAft>
                <a:spcPts val="0"/>
              </a:spcAft>
              <a:buClr>
                <a:srgbClr val="31859B"/>
              </a:buClr>
              <a:buSzPts val="1800"/>
              <a:buFont typeface="Noto Sans Symbols"/>
              <a:buChar char="▪"/>
            </a:pPr>
            <a:r>
              <a:rPr lang="en-US" sz="1800">
                <a:solidFill>
                  <a:schemeClr val="dk1"/>
                </a:solidFill>
                <a:latin typeface="Calibri"/>
                <a:ea typeface="Calibri"/>
                <a:cs typeface="Calibri"/>
                <a:sym typeface="Calibri"/>
              </a:rPr>
              <a:t>Same update from R2 contains information about network 10. 3. 0. 0 with a metric of 1. There is no change; therefore, the routing information remains the same</a:t>
            </a:r>
            <a:endParaRPr sz="1800">
              <a:solidFill>
                <a:schemeClr val="dk1"/>
              </a:solidFill>
              <a:latin typeface="Calibri"/>
              <a:ea typeface="Calibri"/>
              <a:cs typeface="Calibri"/>
              <a:sym typeface="Calibri"/>
            </a:endParaRPr>
          </a:p>
        </p:txBody>
      </p:sp>
      <p:sp>
        <p:nvSpPr>
          <p:cNvPr id="286" name="Google Shape;286;p28"/>
          <p:cNvSpPr txBox="1"/>
          <p:nvPr/>
        </p:nvSpPr>
        <p:spPr>
          <a:xfrm>
            <a:off x="1016114" y="5722446"/>
            <a:ext cx="3802743" cy="4247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Routers running RIPv2</a:t>
            </a:r>
            <a:endParaRPr sz="1800">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Achieving Convergence</a:t>
            </a:r>
            <a:endParaRPr sz="2800">
              <a:solidFill>
                <a:srgbClr val="31859B"/>
              </a:solidFill>
            </a:endParaRPr>
          </a:p>
        </p:txBody>
      </p:sp>
      <p:sp>
        <p:nvSpPr>
          <p:cNvPr id="293" name="Google Shape;293;p29"/>
          <p:cNvSpPr/>
          <p:nvPr/>
        </p:nvSpPr>
        <p:spPr>
          <a:xfrm>
            <a:off x="409797" y="1371600"/>
            <a:ext cx="8360229"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The network is converged when all routers have complete and accurate information about the entire network:</a:t>
            </a:r>
            <a:endParaRPr/>
          </a:p>
          <a:p>
            <a:pPr indent="-215900" lvl="0" marL="342900" marR="0" rtl="0" algn="l">
              <a:spcBef>
                <a:spcPts val="0"/>
              </a:spcBef>
              <a:spcAft>
                <a:spcPts val="0"/>
              </a:spcAft>
              <a:buClr>
                <a:schemeClr val="dk1"/>
              </a:buClr>
              <a:buSzPts val="2000"/>
              <a:buFont typeface="Noto Sans Symbols"/>
              <a:buNone/>
            </a:pPr>
            <a:r>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Convergence time is the time it takes routers to share information, calculate best paths, and update their routing tables.</a:t>
            </a:r>
            <a:endParaRPr/>
          </a:p>
          <a:p>
            <a:pPr indent="-215900" lvl="0" marL="342900" marR="0" rtl="0" algn="l">
              <a:spcBef>
                <a:spcPts val="0"/>
              </a:spcBef>
              <a:spcAft>
                <a:spcPts val="0"/>
              </a:spcAft>
              <a:buClr>
                <a:schemeClr val="dk1"/>
              </a:buClr>
              <a:buSzPts val="2000"/>
              <a:buFont typeface="Noto Sans Symbols"/>
              <a:buNone/>
            </a:pPr>
            <a:r>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A network is not completely operable until the network has converged.</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Convergence properties include the speed of propagation of routing information and the calculation of optimal paths. The speed of propagation refers to the amount of time it takes for routers within the network to forward routing information.  </a:t>
            </a:r>
            <a:endParaRPr sz="2000">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Noto Sans Symbols"/>
              <a:buNone/>
            </a:pPr>
            <a:r>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Generally, older protocols, such as RIP, are slow to converge, whereas modern protocols, such as EIGRP and OSPF, converge more quickly.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30"/>
          <p:cNvPicPr preferRelativeResize="0"/>
          <p:nvPr/>
        </p:nvPicPr>
        <p:blipFill rotWithShape="1">
          <a:blip r:embed="rId3">
            <a:alphaModFix/>
          </a:blip>
          <a:srcRect b="0" l="0" r="0" t="0"/>
          <a:stretch/>
        </p:blipFill>
        <p:spPr>
          <a:xfrm>
            <a:off x="0" y="1756227"/>
            <a:ext cx="6001328" cy="3280229"/>
          </a:xfrm>
          <a:prstGeom prst="rect">
            <a:avLst/>
          </a:prstGeom>
          <a:noFill/>
          <a:ln>
            <a:noFill/>
          </a:ln>
        </p:spPr>
      </p:pic>
      <p:sp>
        <p:nvSpPr>
          <p:cNvPr id="300" name="Google Shape;300;p30"/>
          <p:cNvSpPr txBox="1"/>
          <p:nvPr>
            <p:ph type="title"/>
          </p:nvPr>
        </p:nvSpPr>
        <p:spPr>
          <a:xfrm>
            <a:off x="304800" y="228600"/>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800"/>
              <a:buFont typeface="Calibri"/>
              <a:buNone/>
            </a:pPr>
            <a:br>
              <a:rPr lang="en-US" sz="1800"/>
            </a:br>
            <a:r>
              <a:rPr lang="en-US" sz="2800"/>
              <a:t>Distance Vector Routing Protocols: Examples</a:t>
            </a:r>
            <a:endParaRPr sz="2800"/>
          </a:p>
        </p:txBody>
      </p:sp>
      <p:sp>
        <p:nvSpPr>
          <p:cNvPr id="301" name="Google Shape;301;p30"/>
          <p:cNvSpPr txBox="1"/>
          <p:nvPr/>
        </p:nvSpPr>
        <p:spPr>
          <a:xfrm>
            <a:off x="5660571" y="1640113"/>
            <a:ext cx="3251200"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Distance vector IPv4 IGPs:</a:t>
            </a:r>
            <a:endParaRPr/>
          </a:p>
          <a:p>
            <a:pPr indent="-342900" lvl="0" marL="342900" marR="0" rtl="0" algn="l">
              <a:spcBef>
                <a:spcPts val="0"/>
              </a:spcBef>
              <a:spcAft>
                <a:spcPts val="0"/>
              </a:spcAft>
              <a:buClr>
                <a:schemeClr val="dk1"/>
              </a:buClr>
              <a:buSzPts val="2000"/>
              <a:buFont typeface="Noto Sans Symbols"/>
              <a:buChar char="▪"/>
            </a:pPr>
            <a:r>
              <a:rPr b="1" lang="en-US" sz="2000">
                <a:solidFill>
                  <a:schemeClr val="dk1"/>
                </a:solidFill>
                <a:latin typeface="Calibri"/>
                <a:ea typeface="Calibri"/>
                <a:cs typeface="Calibri"/>
                <a:sym typeface="Calibri"/>
              </a:rPr>
              <a:t>RIPv1 </a:t>
            </a:r>
            <a:r>
              <a:rPr lang="en-US" sz="2000">
                <a:solidFill>
                  <a:schemeClr val="dk1"/>
                </a:solidFill>
                <a:latin typeface="Calibri"/>
                <a:ea typeface="Calibri"/>
                <a:cs typeface="Calibri"/>
                <a:sym typeface="Calibri"/>
              </a:rPr>
              <a:t>- First generation legacy protocol</a:t>
            </a:r>
            <a:endParaRPr/>
          </a:p>
          <a:p>
            <a:pPr indent="-342900" lvl="0" marL="342900" marR="0" rtl="0" algn="l">
              <a:spcBef>
                <a:spcPts val="0"/>
              </a:spcBef>
              <a:spcAft>
                <a:spcPts val="0"/>
              </a:spcAft>
              <a:buClr>
                <a:schemeClr val="dk1"/>
              </a:buClr>
              <a:buSzPts val="2000"/>
              <a:buFont typeface="Noto Sans Symbols"/>
              <a:buChar char="▪"/>
            </a:pPr>
            <a:r>
              <a:rPr b="1" lang="en-US" sz="2000">
                <a:solidFill>
                  <a:schemeClr val="dk1"/>
                </a:solidFill>
                <a:latin typeface="Calibri"/>
                <a:ea typeface="Calibri"/>
                <a:cs typeface="Calibri"/>
                <a:sym typeface="Calibri"/>
              </a:rPr>
              <a:t>RIPv2 </a:t>
            </a:r>
            <a:r>
              <a:rPr lang="en-US" sz="2000">
                <a:solidFill>
                  <a:schemeClr val="dk1"/>
                </a:solidFill>
                <a:latin typeface="Calibri"/>
                <a:ea typeface="Calibri"/>
                <a:cs typeface="Calibri"/>
                <a:sym typeface="Calibri"/>
              </a:rPr>
              <a:t>- Simple distance vector routing protocol</a:t>
            </a:r>
            <a:endParaRPr/>
          </a:p>
          <a:p>
            <a:pPr indent="-342900" lvl="0" marL="342900" marR="0" rtl="0" algn="l">
              <a:spcBef>
                <a:spcPts val="0"/>
              </a:spcBef>
              <a:spcAft>
                <a:spcPts val="0"/>
              </a:spcAft>
              <a:buClr>
                <a:schemeClr val="dk1"/>
              </a:buClr>
              <a:buSzPts val="2000"/>
              <a:buFont typeface="Noto Sans Symbols"/>
              <a:buChar char="▪"/>
            </a:pPr>
            <a:r>
              <a:rPr b="1" lang="en-US" sz="2000">
                <a:solidFill>
                  <a:schemeClr val="dk1"/>
                </a:solidFill>
                <a:latin typeface="Calibri"/>
                <a:ea typeface="Calibri"/>
                <a:cs typeface="Calibri"/>
                <a:sym typeface="Calibri"/>
              </a:rPr>
              <a:t>IGRP </a:t>
            </a:r>
            <a:r>
              <a:rPr lang="en-US" sz="2000">
                <a:solidFill>
                  <a:schemeClr val="dk1"/>
                </a:solidFill>
                <a:latin typeface="Calibri"/>
                <a:ea typeface="Calibri"/>
                <a:cs typeface="Calibri"/>
                <a:sym typeface="Calibri"/>
              </a:rPr>
              <a:t>- First generation Cisco proprietary protocol (obsolete)</a:t>
            </a:r>
            <a:endParaRPr/>
          </a:p>
          <a:p>
            <a:pPr indent="-342900" lvl="0" marL="342900" marR="0" rtl="0" algn="l">
              <a:spcBef>
                <a:spcPts val="0"/>
              </a:spcBef>
              <a:spcAft>
                <a:spcPts val="0"/>
              </a:spcAft>
              <a:buClr>
                <a:schemeClr val="dk1"/>
              </a:buClr>
              <a:buSzPts val="2000"/>
              <a:buFont typeface="Noto Sans Symbols"/>
              <a:buChar char="▪"/>
            </a:pPr>
            <a:r>
              <a:rPr b="1" lang="en-US" sz="2000">
                <a:solidFill>
                  <a:schemeClr val="dk1"/>
                </a:solidFill>
                <a:latin typeface="Calibri"/>
                <a:ea typeface="Calibri"/>
                <a:cs typeface="Calibri"/>
                <a:sym typeface="Calibri"/>
              </a:rPr>
              <a:t>EIGRP</a:t>
            </a:r>
            <a:r>
              <a:rPr lang="en-US" sz="2000">
                <a:solidFill>
                  <a:schemeClr val="dk1"/>
                </a:solidFill>
                <a:latin typeface="Calibri"/>
                <a:ea typeface="Calibri"/>
                <a:cs typeface="Calibri"/>
                <a:sym typeface="Calibri"/>
              </a:rPr>
              <a:t> - Advanced version of distance vector routing</a:t>
            </a:r>
            <a:endParaRPr sz="2000">
              <a:solidFill>
                <a:schemeClr val="dk1"/>
              </a:solidFill>
              <a:latin typeface="Calibri"/>
              <a:ea typeface="Calibri"/>
              <a:cs typeface="Calibri"/>
              <a:sym typeface="Calibri"/>
            </a:endParaRPr>
          </a:p>
        </p:txBody>
      </p:sp>
      <p:sp>
        <p:nvSpPr>
          <p:cNvPr id="302" name="Google Shape;302;p30"/>
          <p:cNvSpPr txBox="1"/>
          <p:nvPr/>
        </p:nvSpPr>
        <p:spPr>
          <a:xfrm>
            <a:off x="638629" y="5384798"/>
            <a:ext cx="438331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For R1, 172.16.3.0/24 is one hop away (distance). It can be reached through R2 (vector).</a:t>
            </a:r>
            <a:endParaRPr sz="2000">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1"/>
          <p:cNvSpPr txBox="1"/>
          <p:nvPr>
            <p:ph type="title"/>
          </p:nvPr>
        </p:nvSpPr>
        <p:spPr>
          <a:xfrm>
            <a:off x="351838" y="624114"/>
            <a:ext cx="8456613" cy="111351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Router RIP Configuration</a:t>
            </a:r>
            <a:br>
              <a:rPr lang="en-US" sz="2800"/>
            </a:br>
            <a:endParaRPr sz="2800"/>
          </a:p>
        </p:txBody>
      </p:sp>
      <p:pic>
        <p:nvPicPr>
          <p:cNvPr id="309" name="Google Shape;309;p31"/>
          <p:cNvPicPr preferRelativeResize="0"/>
          <p:nvPr/>
        </p:nvPicPr>
        <p:blipFill rotWithShape="1">
          <a:blip r:embed="rId3">
            <a:alphaModFix/>
          </a:blip>
          <a:srcRect b="0" l="0" r="0" t="0"/>
          <a:stretch/>
        </p:blipFill>
        <p:spPr>
          <a:xfrm>
            <a:off x="1143000" y="1737628"/>
            <a:ext cx="6467704" cy="1656895"/>
          </a:xfrm>
          <a:prstGeom prst="rect">
            <a:avLst/>
          </a:prstGeom>
          <a:noFill/>
          <a:ln>
            <a:noFill/>
          </a:ln>
        </p:spPr>
      </p:pic>
      <p:pic>
        <p:nvPicPr>
          <p:cNvPr id="310" name="Google Shape;310;p31"/>
          <p:cNvPicPr preferRelativeResize="0"/>
          <p:nvPr/>
        </p:nvPicPr>
        <p:blipFill rotWithShape="1">
          <a:blip r:embed="rId4">
            <a:alphaModFix/>
          </a:blip>
          <a:srcRect b="0" l="0" r="0" t="0"/>
          <a:stretch/>
        </p:blipFill>
        <p:spPr>
          <a:xfrm>
            <a:off x="1600200" y="3578510"/>
            <a:ext cx="5380966" cy="3275371"/>
          </a:xfrm>
          <a:prstGeom prst="rect">
            <a:avLst/>
          </a:prstGeom>
          <a:noFill/>
          <a:ln>
            <a:noFill/>
          </a:ln>
        </p:spPr>
      </p:pic>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2"/>
          <p:cNvSpPr txBox="1"/>
          <p:nvPr>
            <p:ph type="title"/>
          </p:nvPr>
        </p:nvSpPr>
        <p:spPr>
          <a:xfrm>
            <a:off x="235724" y="493485"/>
            <a:ext cx="8456613" cy="88537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800"/>
              <a:buFont typeface="Calibri"/>
              <a:buNone/>
            </a:pPr>
            <a:r>
              <a:rPr lang="en-US" sz="1800"/>
              <a:t>Configuring the RIP Protocol</a:t>
            </a:r>
            <a:br>
              <a:rPr lang="en-US" sz="1800"/>
            </a:br>
            <a:r>
              <a:rPr lang="en-US" sz="2800"/>
              <a:t>Configuring Passive Interfaces</a:t>
            </a:r>
            <a:endParaRPr sz="2800"/>
          </a:p>
        </p:txBody>
      </p:sp>
      <p:pic>
        <p:nvPicPr>
          <p:cNvPr id="317" name="Google Shape;317;p32"/>
          <p:cNvPicPr preferRelativeResize="0"/>
          <p:nvPr/>
        </p:nvPicPr>
        <p:blipFill rotWithShape="1">
          <a:blip r:embed="rId3">
            <a:alphaModFix/>
          </a:blip>
          <a:srcRect b="0" l="0" r="0" t="0"/>
          <a:stretch/>
        </p:blipFill>
        <p:spPr>
          <a:xfrm>
            <a:off x="4330020" y="3581400"/>
            <a:ext cx="4257675" cy="3276600"/>
          </a:xfrm>
          <a:prstGeom prst="rect">
            <a:avLst/>
          </a:prstGeom>
          <a:noFill/>
          <a:ln>
            <a:noFill/>
          </a:ln>
        </p:spPr>
      </p:pic>
      <p:pic>
        <p:nvPicPr>
          <p:cNvPr id="318" name="Google Shape;318;p32"/>
          <p:cNvPicPr preferRelativeResize="0"/>
          <p:nvPr/>
        </p:nvPicPr>
        <p:blipFill rotWithShape="1">
          <a:blip r:embed="rId4">
            <a:alphaModFix/>
          </a:blip>
          <a:srcRect b="0" l="0" r="0" t="0"/>
          <a:stretch/>
        </p:blipFill>
        <p:spPr>
          <a:xfrm>
            <a:off x="1685100" y="1465072"/>
            <a:ext cx="5289840" cy="2082800"/>
          </a:xfrm>
          <a:prstGeom prst="rect">
            <a:avLst/>
          </a:prstGeom>
          <a:noFill/>
          <a:ln>
            <a:noFill/>
          </a:ln>
        </p:spPr>
      </p:pic>
      <p:sp>
        <p:nvSpPr>
          <p:cNvPr id="319" name="Google Shape;319;p32"/>
          <p:cNvSpPr txBox="1"/>
          <p:nvPr/>
        </p:nvSpPr>
        <p:spPr>
          <a:xfrm>
            <a:off x="396648" y="3904343"/>
            <a:ext cx="3710895"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Sending out unneeded updates on a LAN impacts the network in three ways:</a:t>
            </a:r>
            <a:endParaRPr/>
          </a:p>
          <a:p>
            <a:pPr indent="-342900" lvl="0" marL="342900" marR="0" rtl="0" algn="l">
              <a:spcBef>
                <a:spcPts val="0"/>
              </a:spcBef>
              <a:spcAft>
                <a:spcPts val="0"/>
              </a:spcAft>
              <a:buClr>
                <a:srgbClr val="31859B"/>
              </a:buClr>
              <a:buSzPts val="2000"/>
              <a:buFont typeface="Noto Sans Symbols"/>
              <a:buChar char="▪"/>
            </a:pPr>
            <a:r>
              <a:rPr lang="en-US" sz="2000">
                <a:solidFill>
                  <a:schemeClr val="dk1"/>
                </a:solidFill>
                <a:latin typeface="Calibri"/>
                <a:ea typeface="Calibri"/>
                <a:cs typeface="Calibri"/>
                <a:sym typeface="Calibri"/>
              </a:rPr>
              <a:t>Wasted Bandwidth </a:t>
            </a:r>
            <a:endParaRPr/>
          </a:p>
          <a:p>
            <a:pPr indent="-342900" lvl="0" marL="342900" marR="0" rtl="0" algn="l">
              <a:spcBef>
                <a:spcPts val="0"/>
              </a:spcBef>
              <a:spcAft>
                <a:spcPts val="0"/>
              </a:spcAft>
              <a:buClr>
                <a:srgbClr val="31859B"/>
              </a:buClr>
              <a:buSzPts val="2000"/>
              <a:buFont typeface="Noto Sans Symbols"/>
              <a:buChar char="▪"/>
            </a:pPr>
            <a:r>
              <a:rPr lang="en-US" sz="2000">
                <a:solidFill>
                  <a:schemeClr val="dk1"/>
                </a:solidFill>
                <a:latin typeface="Calibri"/>
                <a:ea typeface="Calibri"/>
                <a:cs typeface="Calibri"/>
                <a:sym typeface="Calibri"/>
              </a:rPr>
              <a:t>Wasted Resources</a:t>
            </a:r>
            <a:endParaRPr/>
          </a:p>
          <a:p>
            <a:pPr indent="-342900" lvl="0" marL="342900" marR="0" rtl="0" algn="l">
              <a:spcBef>
                <a:spcPts val="0"/>
              </a:spcBef>
              <a:spcAft>
                <a:spcPts val="0"/>
              </a:spcAft>
              <a:buClr>
                <a:srgbClr val="31859B"/>
              </a:buClr>
              <a:buSzPts val="2000"/>
              <a:buFont typeface="Noto Sans Symbols"/>
              <a:buChar char="▪"/>
            </a:pPr>
            <a:r>
              <a:rPr lang="en-US" sz="2000">
                <a:solidFill>
                  <a:schemeClr val="dk1"/>
                </a:solidFill>
                <a:latin typeface="Calibri"/>
                <a:ea typeface="Calibri"/>
                <a:cs typeface="Calibri"/>
                <a:sym typeface="Calibri"/>
              </a:rPr>
              <a:t>Security Risk </a:t>
            </a:r>
            <a:endParaRPr/>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3"/>
          <p:cNvSpPr txBox="1"/>
          <p:nvPr>
            <p:ph type="title"/>
          </p:nvPr>
        </p:nvSpPr>
        <p:spPr>
          <a:xfrm>
            <a:off x="235724" y="493485"/>
            <a:ext cx="8456613" cy="88537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800"/>
              <a:buFont typeface="Calibri"/>
              <a:buNone/>
            </a:pPr>
            <a:r>
              <a:rPr lang="en-US" sz="1800"/>
              <a:t>Configuring the RIP Protocol</a:t>
            </a:r>
            <a:br>
              <a:rPr lang="en-US" sz="1800"/>
            </a:br>
            <a:r>
              <a:rPr lang="en-US" sz="2800"/>
              <a:t>Propagating a Default Route</a:t>
            </a:r>
            <a:endParaRPr sz="2800"/>
          </a:p>
        </p:txBody>
      </p:sp>
      <p:pic>
        <p:nvPicPr>
          <p:cNvPr id="326" name="Google Shape;326;p33"/>
          <p:cNvPicPr preferRelativeResize="0"/>
          <p:nvPr/>
        </p:nvPicPr>
        <p:blipFill rotWithShape="1">
          <a:blip r:embed="rId3">
            <a:alphaModFix/>
          </a:blip>
          <a:srcRect b="0" l="0" r="0" t="0"/>
          <a:stretch/>
        </p:blipFill>
        <p:spPr>
          <a:xfrm>
            <a:off x="532038" y="1535113"/>
            <a:ext cx="5157561" cy="1884938"/>
          </a:xfrm>
          <a:prstGeom prst="rect">
            <a:avLst/>
          </a:prstGeom>
          <a:noFill/>
          <a:ln>
            <a:noFill/>
          </a:ln>
        </p:spPr>
      </p:pic>
      <p:pic>
        <p:nvPicPr>
          <p:cNvPr id="327" name="Google Shape;327;p33"/>
          <p:cNvPicPr preferRelativeResize="0"/>
          <p:nvPr/>
        </p:nvPicPr>
        <p:blipFill rotWithShape="1">
          <a:blip r:embed="rId4">
            <a:alphaModFix/>
          </a:blip>
          <a:srcRect b="0" l="0" r="0" t="0"/>
          <a:stretch/>
        </p:blipFill>
        <p:spPr>
          <a:xfrm>
            <a:off x="4296229" y="3260759"/>
            <a:ext cx="4393291" cy="3453285"/>
          </a:xfrm>
          <a:prstGeom prst="rect">
            <a:avLst/>
          </a:prstGeom>
          <a:noFill/>
          <a:ln>
            <a:noFill/>
          </a:ln>
        </p:spPr>
      </p:pic>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grpSp>
        <p:nvGrpSpPr>
          <p:cNvPr id="332" name="Google Shape;332;p34"/>
          <p:cNvGrpSpPr/>
          <p:nvPr/>
        </p:nvGrpSpPr>
        <p:grpSpPr>
          <a:xfrm>
            <a:off x="2514600" y="1905000"/>
            <a:ext cx="4570413" cy="2724150"/>
            <a:chOff x="1574" y="1020"/>
            <a:chExt cx="2879" cy="1709"/>
          </a:xfrm>
        </p:grpSpPr>
        <p:sp>
          <p:nvSpPr>
            <p:cNvPr id="333" name="Google Shape;333;p34"/>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4" name="Google Shape;334;p34"/>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5" name="Google Shape;335;p34"/>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 name="Google Shape;336;p34"/>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7" name="Google Shape;337;p34"/>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38" name="Google Shape;338;p34"/>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339" name="Google Shape;339;p34"/>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340" name="Google Shape;340;p34"/>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341" name="Google Shape;341;p34"/>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342" name="Google Shape;342;p34"/>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343" name="Google Shape;343;p34"/>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344" name="Google Shape;344;p34"/>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345" name="Google Shape;345;p34"/>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346" name="Google Shape;346;p34"/>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347" name="Google Shape;347;p34"/>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348" name="Google Shape;348;p34"/>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349" name="Google Shape;349;p34"/>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350" name="Google Shape;350;p34"/>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351" name="Google Shape;351;p34"/>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352" name="Google Shape;352;p34"/>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353" name="Google Shape;353;p34"/>
          <p:cNvGrpSpPr/>
          <p:nvPr/>
        </p:nvGrpSpPr>
        <p:grpSpPr>
          <a:xfrm>
            <a:off x="1795463" y="1217613"/>
            <a:ext cx="762000" cy="2016125"/>
            <a:chOff x="480" y="650"/>
            <a:chExt cx="480" cy="1270"/>
          </a:xfrm>
        </p:grpSpPr>
        <p:grpSp>
          <p:nvGrpSpPr>
            <p:cNvPr id="354" name="Google Shape;354;p34"/>
            <p:cNvGrpSpPr/>
            <p:nvPr/>
          </p:nvGrpSpPr>
          <p:grpSpPr>
            <a:xfrm>
              <a:off x="480" y="672"/>
              <a:ext cx="480" cy="1200"/>
              <a:chOff x="480" y="672"/>
              <a:chExt cx="480" cy="1200"/>
            </a:xfrm>
          </p:grpSpPr>
          <p:sp>
            <p:nvSpPr>
              <p:cNvPr id="355" name="Google Shape;355;p3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6" name="Google Shape;356;p3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7" name="Google Shape;357;p3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8" name="Google Shape;358;p3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9" name="Google Shape;359;p3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0" name="Google Shape;360;p3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1" name="Google Shape;361;p3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2" name="Google Shape;362;p3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3" name="Google Shape;363;p3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4" name="Google Shape;364;p3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65" name="Google Shape;365;p3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366" name="Google Shape;366;p3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367" name="Google Shape;367;p3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368" name="Google Shape;368;p3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369" name="Google Shape;369;p3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370" name="Google Shape;370;p34"/>
          <p:cNvGrpSpPr/>
          <p:nvPr/>
        </p:nvGrpSpPr>
        <p:grpSpPr>
          <a:xfrm>
            <a:off x="5334000" y="4267200"/>
            <a:ext cx="762000" cy="2016125"/>
            <a:chOff x="480" y="650"/>
            <a:chExt cx="480" cy="1270"/>
          </a:xfrm>
        </p:grpSpPr>
        <p:grpSp>
          <p:nvGrpSpPr>
            <p:cNvPr id="371" name="Google Shape;371;p34"/>
            <p:cNvGrpSpPr/>
            <p:nvPr/>
          </p:nvGrpSpPr>
          <p:grpSpPr>
            <a:xfrm>
              <a:off x="480" y="672"/>
              <a:ext cx="480" cy="1200"/>
              <a:chOff x="480" y="672"/>
              <a:chExt cx="480" cy="1200"/>
            </a:xfrm>
          </p:grpSpPr>
          <p:sp>
            <p:nvSpPr>
              <p:cNvPr id="372" name="Google Shape;372;p3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3" name="Google Shape;373;p3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4" name="Google Shape;374;p3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5" name="Google Shape;375;p3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6" name="Google Shape;376;p3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7" name="Google Shape;377;p3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8" name="Google Shape;378;p3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9" name="Google Shape;379;p3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0" name="Google Shape;380;p3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1" name="Google Shape;381;p3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82" name="Google Shape;382;p3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383" name="Google Shape;383;p3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384" name="Google Shape;384;p3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385" name="Google Shape;385;p3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386" name="Google Shape;386;p3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387" name="Google Shape;387;p34"/>
          <p:cNvGrpSpPr/>
          <p:nvPr/>
        </p:nvGrpSpPr>
        <p:grpSpPr>
          <a:xfrm>
            <a:off x="5334000" y="304800"/>
            <a:ext cx="762000" cy="2016125"/>
            <a:chOff x="480" y="650"/>
            <a:chExt cx="480" cy="1270"/>
          </a:xfrm>
        </p:grpSpPr>
        <p:grpSp>
          <p:nvGrpSpPr>
            <p:cNvPr id="388" name="Google Shape;388;p34"/>
            <p:cNvGrpSpPr/>
            <p:nvPr/>
          </p:nvGrpSpPr>
          <p:grpSpPr>
            <a:xfrm>
              <a:off x="480" y="672"/>
              <a:ext cx="480" cy="1200"/>
              <a:chOff x="480" y="672"/>
              <a:chExt cx="480" cy="1200"/>
            </a:xfrm>
          </p:grpSpPr>
          <p:sp>
            <p:nvSpPr>
              <p:cNvPr id="389" name="Google Shape;389;p3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0" name="Google Shape;390;p3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1" name="Google Shape;391;p3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2" name="Google Shape;392;p3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3" name="Google Shape;393;p3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4" name="Google Shape;394;p3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5" name="Google Shape;395;p3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6" name="Google Shape;396;p3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7" name="Google Shape;397;p3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8" name="Google Shape;398;p3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99" name="Google Shape;399;p3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400" name="Google Shape;400;p3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401" name="Google Shape;401;p3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402" name="Google Shape;402;p3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403" name="Google Shape;403;p3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404" name="Google Shape;404;p34"/>
          <p:cNvGrpSpPr/>
          <p:nvPr/>
        </p:nvGrpSpPr>
        <p:grpSpPr>
          <a:xfrm>
            <a:off x="1905000" y="4114800"/>
            <a:ext cx="762000" cy="2016125"/>
            <a:chOff x="480" y="650"/>
            <a:chExt cx="480" cy="1270"/>
          </a:xfrm>
        </p:grpSpPr>
        <p:grpSp>
          <p:nvGrpSpPr>
            <p:cNvPr id="405" name="Google Shape;405;p34"/>
            <p:cNvGrpSpPr/>
            <p:nvPr/>
          </p:nvGrpSpPr>
          <p:grpSpPr>
            <a:xfrm>
              <a:off x="480" y="672"/>
              <a:ext cx="480" cy="1200"/>
              <a:chOff x="480" y="672"/>
              <a:chExt cx="480" cy="1200"/>
            </a:xfrm>
          </p:grpSpPr>
          <p:sp>
            <p:nvSpPr>
              <p:cNvPr id="406" name="Google Shape;406;p3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7" name="Google Shape;407;p3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8" name="Google Shape;408;p3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9" name="Google Shape;409;p3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0" name="Google Shape;410;p3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1" name="Google Shape;411;p3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2" name="Google Shape;412;p3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3" name="Google Shape;413;p3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4" name="Google Shape;414;p3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5" name="Google Shape;415;p3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416" name="Google Shape;416;p3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417" name="Google Shape;417;p3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418" name="Google Shape;418;p3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419" name="Google Shape;419;p3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420" name="Google Shape;420;p3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421" name="Google Shape;421;p34"/>
          <p:cNvGrpSpPr/>
          <p:nvPr/>
        </p:nvGrpSpPr>
        <p:grpSpPr>
          <a:xfrm>
            <a:off x="7315200" y="2057400"/>
            <a:ext cx="762000" cy="2016125"/>
            <a:chOff x="480" y="650"/>
            <a:chExt cx="480" cy="1270"/>
          </a:xfrm>
        </p:grpSpPr>
        <p:grpSp>
          <p:nvGrpSpPr>
            <p:cNvPr id="422" name="Google Shape;422;p34"/>
            <p:cNvGrpSpPr/>
            <p:nvPr/>
          </p:nvGrpSpPr>
          <p:grpSpPr>
            <a:xfrm>
              <a:off x="480" y="672"/>
              <a:ext cx="480" cy="1200"/>
              <a:chOff x="480" y="672"/>
              <a:chExt cx="480" cy="1200"/>
            </a:xfrm>
          </p:grpSpPr>
          <p:sp>
            <p:nvSpPr>
              <p:cNvPr id="423" name="Google Shape;423;p3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4" name="Google Shape;424;p3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5" name="Google Shape;425;p3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6" name="Google Shape;426;p3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7" name="Google Shape;427;p3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8" name="Google Shape;428;p3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9" name="Google Shape;429;p3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0" name="Google Shape;430;p3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1" name="Google Shape;431;p3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2" name="Google Shape;432;p3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433" name="Google Shape;433;p3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434" name="Google Shape;434;p3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435" name="Google Shape;435;p3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436" name="Google Shape;436;p3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437" name="Google Shape;437;p3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438" name="Google Shape;438;p34"/>
          <p:cNvSpPr txBox="1"/>
          <p:nvPr/>
        </p:nvSpPr>
        <p:spPr>
          <a:xfrm>
            <a:off x="2236788" y="1182688"/>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0</a:t>
            </a:r>
            <a:endParaRPr sz="2400">
              <a:solidFill>
                <a:srgbClr val="FF0000"/>
              </a:solidFill>
              <a:latin typeface="Times New Roman"/>
              <a:ea typeface="Times New Roman"/>
              <a:cs typeface="Times New Roman"/>
              <a:sym typeface="Times New Roman"/>
            </a:endParaRPr>
          </a:p>
        </p:txBody>
      </p:sp>
      <p:sp>
        <p:nvSpPr>
          <p:cNvPr id="439" name="Google Shape;439;p34"/>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0</a:t>
            </a:r>
            <a:endParaRPr sz="2400">
              <a:solidFill>
                <a:srgbClr val="FF0000"/>
              </a:solidFill>
              <a:latin typeface="Times New Roman"/>
              <a:ea typeface="Times New Roman"/>
              <a:cs typeface="Times New Roman"/>
              <a:sym typeface="Times New Roman"/>
            </a:endParaRPr>
          </a:p>
        </p:txBody>
      </p:sp>
      <p:sp>
        <p:nvSpPr>
          <p:cNvPr id="440" name="Google Shape;440;p34"/>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0</a:t>
            </a:r>
            <a:endParaRPr sz="2400">
              <a:solidFill>
                <a:srgbClr val="FF0000"/>
              </a:solidFill>
              <a:latin typeface="Times New Roman"/>
              <a:ea typeface="Times New Roman"/>
              <a:cs typeface="Times New Roman"/>
              <a:sym typeface="Times New Roman"/>
            </a:endParaRPr>
          </a:p>
        </p:txBody>
      </p:sp>
      <p:sp>
        <p:nvSpPr>
          <p:cNvPr id="441" name="Google Shape;441;p34"/>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0</a:t>
            </a:r>
            <a:endParaRPr sz="2400">
              <a:solidFill>
                <a:srgbClr val="FF0000"/>
              </a:solidFill>
              <a:latin typeface="Times New Roman"/>
              <a:ea typeface="Times New Roman"/>
              <a:cs typeface="Times New Roman"/>
              <a:sym typeface="Times New Roman"/>
            </a:endParaRPr>
          </a:p>
        </p:txBody>
      </p:sp>
      <p:sp>
        <p:nvSpPr>
          <p:cNvPr id="442" name="Google Shape;442;p34"/>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0</a:t>
            </a:r>
            <a:endParaRPr sz="2400">
              <a:solidFill>
                <a:srgbClr val="FF0000"/>
              </a:solidFill>
              <a:latin typeface="Times New Roman"/>
              <a:ea typeface="Times New Roman"/>
              <a:cs typeface="Times New Roman"/>
              <a:sym typeface="Times New Roman"/>
            </a:endParaRPr>
          </a:p>
        </p:txBody>
      </p:sp>
      <p:sp>
        <p:nvSpPr>
          <p:cNvPr id="443" name="Google Shape;443;p34"/>
          <p:cNvSpPr txBox="1"/>
          <p:nvPr/>
        </p:nvSpPr>
        <p:spPr>
          <a:xfrm>
            <a:off x="6613525" y="4867275"/>
            <a:ext cx="1997075"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Initialization</a:t>
            </a:r>
            <a:endParaRPr sz="2800">
              <a:solidFill>
                <a:schemeClr val="dk1"/>
              </a:solidFill>
              <a:latin typeface="Times New Roman"/>
              <a:ea typeface="Times New Roman"/>
              <a:cs typeface="Times New Roman"/>
              <a:sym typeface="Times New Roman"/>
            </a:endParaRPr>
          </a:p>
        </p:txBody>
      </p:sp>
      <p:sp>
        <p:nvSpPr>
          <p:cNvPr id="444" name="Google Shape;444;p34"/>
          <p:cNvSpPr txBox="1"/>
          <p:nvPr>
            <p:ph idx="4294967295" type="title"/>
          </p:nvPr>
        </p:nvSpPr>
        <p:spPr>
          <a:xfrm>
            <a:off x="0" y="0"/>
            <a:ext cx="54102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 DV routing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grpSp>
        <p:nvGrpSpPr>
          <p:cNvPr id="449" name="Google Shape;449;p35"/>
          <p:cNvGrpSpPr/>
          <p:nvPr/>
        </p:nvGrpSpPr>
        <p:grpSpPr>
          <a:xfrm>
            <a:off x="2514600" y="1905000"/>
            <a:ext cx="4570413" cy="2724150"/>
            <a:chOff x="1574" y="1020"/>
            <a:chExt cx="2879" cy="1709"/>
          </a:xfrm>
        </p:grpSpPr>
        <p:sp>
          <p:nvSpPr>
            <p:cNvPr id="450" name="Google Shape;450;p35"/>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1" name="Google Shape;451;p35"/>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2" name="Google Shape;452;p35"/>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3" name="Google Shape;453;p35"/>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4" name="Google Shape;454;p35"/>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55" name="Google Shape;455;p35"/>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456" name="Google Shape;456;p35"/>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457" name="Google Shape;457;p35"/>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458" name="Google Shape;458;p35"/>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459" name="Google Shape;459;p35"/>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460" name="Google Shape;460;p35"/>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461" name="Google Shape;461;p35"/>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462" name="Google Shape;462;p35"/>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463" name="Google Shape;463;p35"/>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464" name="Google Shape;464;p35"/>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465" name="Google Shape;465;p35"/>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466" name="Google Shape;466;p35"/>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467" name="Google Shape;467;p35"/>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468" name="Google Shape;468;p35"/>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469" name="Google Shape;469;p35"/>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470" name="Google Shape;470;p35"/>
          <p:cNvGrpSpPr/>
          <p:nvPr/>
        </p:nvGrpSpPr>
        <p:grpSpPr>
          <a:xfrm>
            <a:off x="1905000" y="685800"/>
            <a:ext cx="762000" cy="2016125"/>
            <a:chOff x="480" y="650"/>
            <a:chExt cx="480" cy="1270"/>
          </a:xfrm>
        </p:grpSpPr>
        <p:grpSp>
          <p:nvGrpSpPr>
            <p:cNvPr id="471" name="Google Shape;471;p35"/>
            <p:cNvGrpSpPr/>
            <p:nvPr/>
          </p:nvGrpSpPr>
          <p:grpSpPr>
            <a:xfrm>
              <a:off x="480" y="672"/>
              <a:ext cx="480" cy="1200"/>
              <a:chOff x="480" y="672"/>
              <a:chExt cx="480" cy="1200"/>
            </a:xfrm>
          </p:grpSpPr>
          <p:sp>
            <p:nvSpPr>
              <p:cNvPr id="472" name="Google Shape;472;p35"/>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3" name="Google Shape;473;p35"/>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4" name="Google Shape;474;p35"/>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5" name="Google Shape;475;p35"/>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6" name="Google Shape;476;p35"/>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7" name="Google Shape;477;p35"/>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8" name="Google Shape;478;p35"/>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9" name="Google Shape;479;p35"/>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0" name="Google Shape;480;p35"/>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1" name="Google Shape;481;p35"/>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482" name="Google Shape;482;p35"/>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483" name="Google Shape;483;p35"/>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484" name="Google Shape;484;p35"/>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485" name="Google Shape;485;p35"/>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486" name="Google Shape;486;p35"/>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487" name="Google Shape;487;p35"/>
          <p:cNvGrpSpPr/>
          <p:nvPr/>
        </p:nvGrpSpPr>
        <p:grpSpPr>
          <a:xfrm>
            <a:off x="5334000" y="4267200"/>
            <a:ext cx="762000" cy="2016125"/>
            <a:chOff x="480" y="650"/>
            <a:chExt cx="480" cy="1270"/>
          </a:xfrm>
        </p:grpSpPr>
        <p:grpSp>
          <p:nvGrpSpPr>
            <p:cNvPr id="488" name="Google Shape;488;p35"/>
            <p:cNvGrpSpPr/>
            <p:nvPr/>
          </p:nvGrpSpPr>
          <p:grpSpPr>
            <a:xfrm>
              <a:off x="480" y="672"/>
              <a:ext cx="480" cy="1200"/>
              <a:chOff x="480" y="672"/>
              <a:chExt cx="480" cy="1200"/>
            </a:xfrm>
          </p:grpSpPr>
          <p:sp>
            <p:nvSpPr>
              <p:cNvPr id="489" name="Google Shape;489;p35"/>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0" name="Google Shape;490;p35"/>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1" name="Google Shape;491;p35"/>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2" name="Google Shape;492;p35"/>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3" name="Google Shape;493;p35"/>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4" name="Google Shape;494;p35"/>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5" name="Google Shape;495;p35"/>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6" name="Google Shape;496;p35"/>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7" name="Google Shape;497;p35"/>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8" name="Google Shape;498;p35"/>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499" name="Google Shape;499;p35"/>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500" name="Google Shape;500;p35"/>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501" name="Google Shape;501;p35"/>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502" name="Google Shape;502;p35"/>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503" name="Google Shape;503;p35"/>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504" name="Google Shape;504;p35"/>
          <p:cNvGrpSpPr/>
          <p:nvPr/>
        </p:nvGrpSpPr>
        <p:grpSpPr>
          <a:xfrm>
            <a:off x="5334000" y="304800"/>
            <a:ext cx="762000" cy="2016125"/>
            <a:chOff x="480" y="650"/>
            <a:chExt cx="480" cy="1270"/>
          </a:xfrm>
        </p:grpSpPr>
        <p:grpSp>
          <p:nvGrpSpPr>
            <p:cNvPr id="505" name="Google Shape;505;p35"/>
            <p:cNvGrpSpPr/>
            <p:nvPr/>
          </p:nvGrpSpPr>
          <p:grpSpPr>
            <a:xfrm>
              <a:off x="480" y="672"/>
              <a:ext cx="480" cy="1200"/>
              <a:chOff x="480" y="672"/>
              <a:chExt cx="480" cy="1200"/>
            </a:xfrm>
          </p:grpSpPr>
          <p:sp>
            <p:nvSpPr>
              <p:cNvPr id="506" name="Google Shape;506;p35"/>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7" name="Google Shape;507;p35"/>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8" name="Google Shape;508;p35"/>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9" name="Google Shape;509;p35"/>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0" name="Google Shape;510;p35"/>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1" name="Google Shape;511;p35"/>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2" name="Google Shape;512;p35"/>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3" name="Google Shape;513;p35"/>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4" name="Google Shape;514;p35"/>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5" name="Google Shape;515;p35"/>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16" name="Google Shape;516;p35"/>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517" name="Google Shape;517;p35"/>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518" name="Google Shape;518;p35"/>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519" name="Google Shape;519;p35"/>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520" name="Google Shape;520;p35"/>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521" name="Google Shape;521;p35"/>
          <p:cNvGrpSpPr/>
          <p:nvPr/>
        </p:nvGrpSpPr>
        <p:grpSpPr>
          <a:xfrm>
            <a:off x="1905000" y="4114800"/>
            <a:ext cx="762000" cy="2016125"/>
            <a:chOff x="480" y="650"/>
            <a:chExt cx="480" cy="1270"/>
          </a:xfrm>
        </p:grpSpPr>
        <p:grpSp>
          <p:nvGrpSpPr>
            <p:cNvPr id="522" name="Google Shape;522;p35"/>
            <p:cNvGrpSpPr/>
            <p:nvPr/>
          </p:nvGrpSpPr>
          <p:grpSpPr>
            <a:xfrm>
              <a:off x="480" y="672"/>
              <a:ext cx="480" cy="1200"/>
              <a:chOff x="480" y="672"/>
              <a:chExt cx="480" cy="1200"/>
            </a:xfrm>
          </p:grpSpPr>
          <p:sp>
            <p:nvSpPr>
              <p:cNvPr id="523" name="Google Shape;523;p35"/>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4" name="Google Shape;524;p35"/>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5" name="Google Shape;525;p35"/>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6" name="Google Shape;526;p35"/>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7" name="Google Shape;527;p35"/>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8" name="Google Shape;528;p35"/>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9" name="Google Shape;529;p35"/>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0" name="Google Shape;530;p35"/>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1" name="Google Shape;531;p35"/>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2" name="Google Shape;532;p35"/>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33" name="Google Shape;533;p35"/>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534" name="Google Shape;534;p35"/>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535" name="Google Shape;535;p35"/>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536" name="Google Shape;536;p35"/>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537" name="Google Shape;537;p35"/>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538" name="Google Shape;538;p35"/>
          <p:cNvGrpSpPr/>
          <p:nvPr/>
        </p:nvGrpSpPr>
        <p:grpSpPr>
          <a:xfrm>
            <a:off x="7315200" y="2057400"/>
            <a:ext cx="762000" cy="2016125"/>
            <a:chOff x="480" y="650"/>
            <a:chExt cx="480" cy="1270"/>
          </a:xfrm>
        </p:grpSpPr>
        <p:grpSp>
          <p:nvGrpSpPr>
            <p:cNvPr id="539" name="Google Shape;539;p35"/>
            <p:cNvGrpSpPr/>
            <p:nvPr/>
          </p:nvGrpSpPr>
          <p:grpSpPr>
            <a:xfrm>
              <a:off x="480" y="672"/>
              <a:ext cx="480" cy="1200"/>
              <a:chOff x="480" y="672"/>
              <a:chExt cx="480" cy="1200"/>
            </a:xfrm>
          </p:grpSpPr>
          <p:sp>
            <p:nvSpPr>
              <p:cNvPr id="540" name="Google Shape;540;p35"/>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1" name="Google Shape;541;p35"/>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2" name="Google Shape;542;p35"/>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3" name="Google Shape;543;p35"/>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4" name="Google Shape;544;p35"/>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5" name="Google Shape;545;p35"/>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6" name="Google Shape;546;p35"/>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7" name="Google Shape;547;p35"/>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8" name="Google Shape;548;p35"/>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9" name="Google Shape;549;p35"/>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50" name="Google Shape;550;p35"/>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551" name="Google Shape;551;p35"/>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552" name="Google Shape;552;p35"/>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553" name="Google Shape;553;p35"/>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554" name="Google Shape;554;p35"/>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555" name="Google Shape;555;p35"/>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556" name="Google Shape;556;p35"/>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557" name="Google Shape;557;p35"/>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558" name="Google Shape;558;p35"/>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559" name="Google Shape;559;p35"/>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560" name="Google Shape;560;p35"/>
          <p:cNvSpPr txBox="1"/>
          <p:nvPr/>
        </p:nvSpPr>
        <p:spPr>
          <a:xfrm>
            <a:off x="2270125" y="103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10</a:t>
            </a:r>
            <a:endParaRPr sz="2400">
              <a:solidFill>
                <a:srgbClr val="FF0000"/>
              </a:solidFill>
              <a:latin typeface="Times New Roman"/>
              <a:ea typeface="Times New Roman"/>
              <a:cs typeface="Times New Roman"/>
              <a:sym typeface="Times New Roman"/>
            </a:endParaRPr>
          </a:p>
        </p:txBody>
      </p:sp>
      <p:sp>
        <p:nvSpPr>
          <p:cNvPr id="561" name="Google Shape;561;p35"/>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a:t>
            </a:r>
            <a:endParaRPr sz="2400">
              <a:solidFill>
                <a:srgbClr val="FF0000"/>
              </a:solidFill>
              <a:latin typeface="Times New Roman"/>
              <a:ea typeface="Times New Roman"/>
              <a:cs typeface="Times New Roman"/>
              <a:sym typeface="Times New Roman"/>
            </a:endParaRPr>
          </a:p>
        </p:txBody>
      </p:sp>
      <p:sp>
        <p:nvSpPr>
          <p:cNvPr id="562" name="Google Shape;562;p35"/>
          <p:cNvSpPr txBox="1"/>
          <p:nvPr/>
        </p:nvSpPr>
        <p:spPr>
          <a:xfrm>
            <a:off x="2270125" y="4156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10</a:t>
            </a:r>
            <a:endParaRPr sz="2400">
              <a:solidFill>
                <a:srgbClr val="FF0000"/>
              </a:solidFill>
              <a:latin typeface="Times New Roman"/>
              <a:ea typeface="Times New Roman"/>
              <a:cs typeface="Times New Roman"/>
              <a:sym typeface="Times New Roman"/>
            </a:endParaRPr>
          </a:p>
        </p:txBody>
      </p:sp>
      <p:sp>
        <p:nvSpPr>
          <p:cNvPr id="563" name="Google Shape;563;p35"/>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2</a:t>
            </a:r>
            <a:endParaRPr sz="2400">
              <a:solidFill>
                <a:srgbClr val="FF0000"/>
              </a:solidFill>
              <a:latin typeface="Times New Roman"/>
              <a:ea typeface="Times New Roman"/>
              <a:cs typeface="Times New Roman"/>
              <a:sym typeface="Times New Roman"/>
            </a:endParaRPr>
          </a:p>
        </p:txBody>
      </p:sp>
      <p:sp>
        <p:nvSpPr>
          <p:cNvPr id="564" name="Google Shape;564;p35"/>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2</a:t>
            </a:r>
            <a:endParaRPr sz="2400">
              <a:solidFill>
                <a:srgbClr val="FF0000"/>
              </a:solidFill>
              <a:latin typeface="Times New Roman"/>
              <a:ea typeface="Times New Roman"/>
              <a:cs typeface="Times New Roman"/>
              <a:sym typeface="Times New Roman"/>
            </a:endParaRPr>
          </a:p>
        </p:txBody>
      </p:sp>
      <p:sp>
        <p:nvSpPr>
          <p:cNvPr id="565" name="Google Shape;565;p35"/>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2</a:t>
            </a:r>
            <a:endParaRPr sz="2400">
              <a:solidFill>
                <a:srgbClr val="FF0000"/>
              </a:solidFill>
              <a:latin typeface="Times New Roman"/>
              <a:ea typeface="Times New Roman"/>
              <a:cs typeface="Times New Roman"/>
              <a:sym typeface="Times New Roman"/>
            </a:endParaRPr>
          </a:p>
        </p:txBody>
      </p:sp>
      <p:sp>
        <p:nvSpPr>
          <p:cNvPr id="566" name="Google Shape;566;p35"/>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2</a:t>
            </a:r>
            <a:endParaRPr sz="2400">
              <a:solidFill>
                <a:srgbClr val="FF0000"/>
              </a:solidFill>
              <a:latin typeface="Times New Roman"/>
              <a:ea typeface="Times New Roman"/>
              <a:cs typeface="Times New Roman"/>
              <a:sym typeface="Times New Roman"/>
            </a:endParaRPr>
          </a:p>
        </p:txBody>
      </p:sp>
      <p:sp>
        <p:nvSpPr>
          <p:cNvPr id="567" name="Google Shape;567;p35"/>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2</a:t>
            </a:r>
            <a:endParaRPr sz="2400">
              <a:solidFill>
                <a:srgbClr val="FF0000"/>
              </a:solidFill>
              <a:latin typeface="Times New Roman"/>
              <a:ea typeface="Times New Roman"/>
              <a:cs typeface="Times New Roman"/>
              <a:sym typeface="Times New Roman"/>
            </a:endParaRPr>
          </a:p>
        </p:txBody>
      </p:sp>
      <p:sp>
        <p:nvSpPr>
          <p:cNvPr id="568" name="Google Shape;568;p35"/>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2</a:t>
            </a:r>
            <a:endParaRPr sz="2400">
              <a:solidFill>
                <a:srgbClr val="FF0000"/>
              </a:solidFill>
              <a:latin typeface="Times New Roman"/>
              <a:ea typeface="Times New Roman"/>
              <a:cs typeface="Times New Roman"/>
              <a:sym typeface="Times New Roman"/>
            </a:endParaRPr>
          </a:p>
        </p:txBody>
      </p:sp>
      <p:sp>
        <p:nvSpPr>
          <p:cNvPr id="569" name="Google Shape;569;p35"/>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a:t>
            </a:r>
            <a:endParaRPr sz="2400">
              <a:solidFill>
                <a:srgbClr val="FF0000"/>
              </a:solidFill>
              <a:latin typeface="Times New Roman"/>
              <a:ea typeface="Times New Roman"/>
              <a:cs typeface="Times New Roman"/>
              <a:sym typeface="Times New Roman"/>
            </a:endParaRPr>
          </a:p>
        </p:txBody>
      </p:sp>
      <p:sp>
        <p:nvSpPr>
          <p:cNvPr id="570" name="Google Shape;570;p35"/>
          <p:cNvSpPr txBox="1"/>
          <p:nvPr/>
        </p:nvSpPr>
        <p:spPr>
          <a:xfrm>
            <a:off x="6461125" y="4791075"/>
            <a:ext cx="1843088"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Direct</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Neighbours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grpSp>
        <p:nvGrpSpPr>
          <p:cNvPr id="575" name="Google Shape;575;p36"/>
          <p:cNvGrpSpPr/>
          <p:nvPr/>
        </p:nvGrpSpPr>
        <p:grpSpPr>
          <a:xfrm>
            <a:off x="2514600" y="1905000"/>
            <a:ext cx="4570413" cy="2724150"/>
            <a:chOff x="1574" y="1020"/>
            <a:chExt cx="2879" cy="1709"/>
          </a:xfrm>
        </p:grpSpPr>
        <p:sp>
          <p:nvSpPr>
            <p:cNvPr id="576" name="Google Shape;576;p36"/>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7" name="Google Shape;577;p36"/>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8" name="Google Shape;578;p36"/>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9" name="Google Shape;579;p36"/>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0" name="Google Shape;580;p36"/>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81" name="Google Shape;581;p36"/>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582" name="Google Shape;582;p36"/>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583" name="Google Shape;583;p36"/>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584" name="Google Shape;584;p36"/>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585" name="Google Shape;585;p36"/>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586" name="Google Shape;586;p36"/>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587" name="Google Shape;587;p36"/>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588" name="Google Shape;588;p36"/>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589" name="Google Shape;589;p36"/>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590" name="Google Shape;590;p36"/>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591" name="Google Shape;591;p36"/>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592" name="Google Shape;592;p36"/>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593" name="Google Shape;593;p36"/>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594" name="Google Shape;594;p36"/>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595" name="Google Shape;595;p36"/>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596" name="Google Shape;596;p36"/>
          <p:cNvGrpSpPr/>
          <p:nvPr/>
        </p:nvGrpSpPr>
        <p:grpSpPr>
          <a:xfrm>
            <a:off x="1905000" y="685800"/>
            <a:ext cx="762000" cy="2016125"/>
            <a:chOff x="480" y="650"/>
            <a:chExt cx="480" cy="1270"/>
          </a:xfrm>
        </p:grpSpPr>
        <p:grpSp>
          <p:nvGrpSpPr>
            <p:cNvPr id="597" name="Google Shape;597;p36"/>
            <p:cNvGrpSpPr/>
            <p:nvPr/>
          </p:nvGrpSpPr>
          <p:grpSpPr>
            <a:xfrm>
              <a:off x="480" y="672"/>
              <a:ext cx="480" cy="1200"/>
              <a:chOff x="480" y="672"/>
              <a:chExt cx="480" cy="1200"/>
            </a:xfrm>
          </p:grpSpPr>
          <p:sp>
            <p:nvSpPr>
              <p:cNvPr id="598" name="Google Shape;598;p36"/>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9" name="Google Shape;599;p36"/>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0" name="Google Shape;600;p36"/>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1" name="Google Shape;601;p36"/>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2" name="Google Shape;602;p36"/>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3" name="Google Shape;603;p36"/>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4" name="Google Shape;604;p36"/>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5" name="Google Shape;605;p36"/>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6" name="Google Shape;606;p36"/>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7" name="Google Shape;607;p36"/>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08" name="Google Shape;608;p36"/>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609" name="Google Shape;609;p36"/>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610" name="Google Shape;610;p36"/>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611" name="Google Shape;611;p36"/>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612" name="Google Shape;612;p36"/>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613" name="Google Shape;613;p36"/>
          <p:cNvGrpSpPr/>
          <p:nvPr/>
        </p:nvGrpSpPr>
        <p:grpSpPr>
          <a:xfrm>
            <a:off x="5334000" y="4267200"/>
            <a:ext cx="762000" cy="2016125"/>
            <a:chOff x="480" y="650"/>
            <a:chExt cx="480" cy="1270"/>
          </a:xfrm>
        </p:grpSpPr>
        <p:grpSp>
          <p:nvGrpSpPr>
            <p:cNvPr id="614" name="Google Shape;614;p36"/>
            <p:cNvGrpSpPr/>
            <p:nvPr/>
          </p:nvGrpSpPr>
          <p:grpSpPr>
            <a:xfrm>
              <a:off x="480" y="672"/>
              <a:ext cx="480" cy="1200"/>
              <a:chOff x="480" y="672"/>
              <a:chExt cx="480" cy="1200"/>
            </a:xfrm>
          </p:grpSpPr>
          <p:sp>
            <p:nvSpPr>
              <p:cNvPr id="615" name="Google Shape;615;p36"/>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6" name="Google Shape;616;p36"/>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7" name="Google Shape;617;p36"/>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8" name="Google Shape;618;p36"/>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9" name="Google Shape;619;p36"/>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0" name="Google Shape;620;p36"/>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1" name="Google Shape;621;p36"/>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2" name="Google Shape;622;p36"/>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3" name="Google Shape;623;p36"/>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4" name="Google Shape;624;p36"/>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25" name="Google Shape;625;p36"/>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626" name="Google Shape;626;p36"/>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627" name="Google Shape;627;p36"/>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628" name="Google Shape;628;p36"/>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629" name="Google Shape;629;p36"/>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630" name="Google Shape;630;p36"/>
          <p:cNvGrpSpPr/>
          <p:nvPr/>
        </p:nvGrpSpPr>
        <p:grpSpPr>
          <a:xfrm>
            <a:off x="5334000" y="304800"/>
            <a:ext cx="762000" cy="2016125"/>
            <a:chOff x="480" y="650"/>
            <a:chExt cx="480" cy="1270"/>
          </a:xfrm>
        </p:grpSpPr>
        <p:grpSp>
          <p:nvGrpSpPr>
            <p:cNvPr id="631" name="Google Shape;631;p36"/>
            <p:cNvGrpSpPr/>
            <p:nvPr/>
          </p:nvGrpSpPr>
          <p:grpSpPr>
            <a:xfrm>
              <a:off x="480" y="672"/>
              <a:ext cx="480" cy="1200"/>
              <a:chOff x="480" y="672"/>
              <a:chExt cx="480" cy="1200"/>
            </a:xfrm>
          </p:grpSpPr>
          <p:sp>
            <p:nvSpPr>
              <p:cNvPr id="632" name="Google Shape;632;p36"/>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3" name="Google Shape;633;p36"/>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4" name="Google Shape;634;p36"/>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5" name="Google Shape;635;p36"/>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6" name="Google Shape;636;p36"/>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7" name="Google Shape;637;p36"/>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8" name="Google Shape;638;p36"/>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9" name="Google Shape;639;p36"/>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0" name="Google Shape;640;p36"/>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1" name="Google Shape;641;p36"/>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42" name="Google Shape;642;p36"/>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643" name="Google Shape;643;p36"/>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644" name="Google Shape;644;p36"/>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645" name="Google Shape;645;p36"/>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646" name="Google Shape;646;p36"/>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647" name="Google Shape;647;p36"/>
          <p:cNvGrpSpPr/>
          <p:nvPr/>
        </p:nvGrpSpPr>
        <p:grpSpPr>
          <a:xfrm>
            <a:off x="1905000" y="4114800"/>
            <a:ext cx="762000" cy="2016125"/>
            <a:chOff x="480" y="650"/>
            <a:chExt cx="480" cy="1270"/>
          </a:xfrm>
        </p:grpSpPr>
        <p:grpSp>
          <p:nvGrpSpPr>
            <p:cNvPr id="648" name="Google Shape;648;p36"/>
            <p:cNvGrpSpPr/>
            <p:nvPr/>
          </p:nvGrpSpPr>
          <p:grpSpPr>
            <a:xfrm>
              <a:off x="480" y="672"/>
              <a:ext cx="480" cy="1200"/>
              <a:chOff x="480" y="672"/>
              <a:chExt cx="480" cy="1200"/>
            </a:xfrm>
          </p:grpSpPr>
          <p:sp>
            <p:nvSpPr>
              <p:cNvPr id="649" name="Google Shape;649;p36"/>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0" name="Google Shape;650;p36"/>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1" name="Google Shape;651;p36"/>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2" name="Google Shape;652;p36"/>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3" name="Google Shape;653;p36"/>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4" name="Google Shape;654;p36"/>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5" name="Google Shape;655;p36"/>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6" name="Google Shape;656;p36"/>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7" name="Google Shape;657;p36"/>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8" name="Google Shape;658;p36"/>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59" name="Google Shape;659;p36"/>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660" name="Google Shape;660;p36"/>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661" name="Google Shape;661;p36"/>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662" name="Google Shape;662;p36"/>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663" name="Google Shape;663;p36"/>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664" name="Google Shape;664;p36"/>
          <p:cNvGrpSpPr/>
          <p:nvPr/>
        </p:nvGrpSpPr>
        <p:grpSpPr>
          <a:xfrm>
            <a:off x="7315200" y="2057400"/>
            <a:ext cx="762000" cy="2016125"/>
            <a:chOff x="480" y="650"/>
            <a:chExt cx="480" cy="1270"/>
          </a:xfrm>
        </p:grpSpPr>
        <p:grpSp>
          <p:nvGrpSpPr>
            <p:cNvPr id="665" name="Google Shape;665;p36"/>
            <p:cNvGrpSpPr/>
            <p:nvPr/>
          </p:nvGrpSpPr>
          <p:grpSpPr>
            <a:xfrm>
              <a:off x="480" y="672"/>
              <a:ext cx="480" cy="1200"/>
              <a:chOff x="480" y="672"/>
              <a:chExt cx="480" cy="1200"/>
            </a:xfrm>
          </p:grpSpPr>
          <p:sp>
            <p:nvSpPr>
              <p:cNvPr id="666" name="Google Shape;666;p36"/>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7" name="Google Shape;667;p36"/>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8" name="Google Shape;668;p36"/>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9" name="Google Shape;669;p36"/>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0" name="Google Shape;670;p36"/>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1" name="Google Shape;671;p36"/>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2" name="Google Shape;672;p36"/>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3" name="Google Shape;673;p36"/>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4" name="Google Shape;674;p36"/>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5" name="Google Shape;675;p36"/>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76" name="Google Shape;676;p36"/>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677" name="Google Shape;677;p36"/>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678" name="Google Shape;678;p36"/>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679" name="Google Shape;679;p36"/>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680" name="Google Shape;680;p36"/>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681" name="Google Shape;681;p36"/>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682" name="Google Shape;682;p36"/>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683" name="Google Shape;683;p36"/>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684" name="Google Shape;684;p36"/>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685" name="Google Shape;685;p36"/>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686" name="Google Shape;686;p36"/>
          <p:cNvSpPr txBox="1"/>
          <p:nvPr/>
        </p:nvSpPr>
        <p:spPr>
          <a:xfrm>
            <a:off x="2270125" y="103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687" name="Google Shape;687;p36"/>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688" name="Google Shape;688;p36"/>
          <p:cNvSpPr txBox="1"/>
          <p:nvPr/>
        </p:nvSpPr>
        <p:spPr>
          <a:xfrm>
            <a:off x="2270125" y="4156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689" name="Google Shape;689;p36"/>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690" name="Google Shape;690;p36"/>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691" name="Google Shape;691;p36"/>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692" name="Google Shape;692;p36"/>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693" name="Google Shape;693;p36"/>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694" name="Google Shape;694;p36"/>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695" name="Google Shape;695;p36"/>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696" name="Google Shape;696;p36"/>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3</a:t>
            </a:r>
            <a:endParaRPr sz="2400">
              <a:solidFill>
                <a:srgbClr val="FF0000"/>
              </a:solidFill>
              <a:latin typeface="Times New Roman"/>
              <a:ea typeface="Times New Roman"/>
              <a:cs typeface="Times New Roman"/>
              <a:sym typeface="Times New Roman"/>
            </a:endParaRPr>
          </a:p>
        </p:txBody>
      </p:sp>
      <p:sp>
        <p:nvSpPr>
          <p:cNvPr id="697" name="Google Shape;697;p36"/>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3</a:t>
            </a:r>
            <a:endParaRPr sz="2400">
              <a:solidFill>
                <a:srgbClr val="FF0000"/>
              </a:solidFill>
              <a:latin typeface="Times New Roman"/>
              <a:ea typeface="Times New Roman"/>
              <a:cs typeface="Times New Roman"/>
              <a:sym typeface="Times New Roman"/>
            </a:endParaRPr>
          </a:p>
        </p:txBody>
      </p:sp>
      <p:sp>
        <p:nvSpPr>
          <p:cNvPr id="698" name="Google Shape;698;p36"/>
          <p:cNvSpPr txBox="1"/>
          <p:nvPr/>
        </p:nvSpPr>
        <p:spPr>
          <a:xfrm>
            <a:off x="2209800" y="52578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11</a:t>
            </a:r>
            <a:endParaRPr sz="2400">
              <a:solidFill>
                <a:srgbClr val="FF0000"/>
              </a:solidFill>
              <a:latin typeface="Times New Roman"/>
              <a:ea typeface="Times New Roman"/>
              <a:cs typeface="Times New Roman"/>
              <a:sym typeface="Times New Roman"/>
            </a:endParaRPr>
          </a:p>
        </p:txBody>
      </p:sp>
      <p:sp>
        <p:nvSpPr>
          <p:cNvPr id="699" name="Google Shape;699;p36"/>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3</a:t>
            </a:r>
            <a:endParaRPr sz="2400">
              <a:solidFill>
                <a:srgbClr val="FF0000"/>
              </a:solidFill>
              <a:latin typeface="Times New Roman"/>
              <a:ea typeface="Times New Roman"/>
              <a:cs typeface="Times New Roman"/>
              <a:sym typeface="Times New Roman"/>
            </a:endParaRPr>
          </a:p>
        </p:txBody>
      </p:sp>
      <p:sp>
        <p:nvSpPr>
          <p:cNvPr id="700" name="Google Shape;700;p36"/>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3</a:t>
            </a:r>
            <a:endParaRPr sz="2400">
              <a:solidFill>
                <a:srgbClr val="FF0000"/>
              </a:solidFill>
              <a:latin typeface="Times New Roman"/>
              <a:ea typeface="Times New Roman"/>
              <a:cs typeface="Times New Roman"/>
              <a:sym typeface="Times New Roman"/>
            </a:endParaRPr>
          </a:p>
        </p:txBody>
      </p:sp>
      <p:sp>
        <p:nvSpPr>
          <p:cNvPr id="701" name="Google Shape;701;p36"/>
          <p:cNvSpPr txBox="1"/>
          <p:nvPr/>
        </p:nvSpPr>
        <p:spPr>
          <a:xfrm>
            <a:off x="5699125" y="650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11</a:t>
            </a:r>
            <a:endParaRPr sz="2400">
              <a:solidFill>
                <a:srgbClr val="FF0000"/>
              </a:solidFill>
              <a:latin typeface="Times New Roman"/>
              <a:ea typeface="Times New Roman"/>
              <a:cs typeface="Times New Roman"/>
              <a:sym typeface="Times New Roman"/>
            </a:endParaRPr>
          </a:p>
        </p:txBody>
      </p:sp>
      <p:sp>
        <p:nvSpPr>
          <p:cNvPr id="702" name="Google Shape;702;p36"/>
          <p:cNvSpPr txBox="1"/>
          <p:nvPr/>
        </p:nvSpPr>
        <p:spPr>
          <a:xfrm>
            <a:off x="6537325" y="4410075"/>
            <a:ext cx="2149475"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Neighbours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of neighbours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grpSp>
        <p:nvGrpSpPr>
          <p:cNvPr id="707" name="Google Shape;707;p37"/>
          <p:cNvGrpSpPr/>
          <p:nvPr/>
        </p:nvGrpSpPr>
        <p:grpSpPr>
          <a:xfrm>
            <a:off x="2514600" y="1905000"/>
            <a:ext cx="4570413" cy="2724150"/>
            <a:chOff x="1574" y="1020"/>
            <a:chExt cx="2879" cy="1709"/>
          </a:xfrm>
        </p:grpSpPr>
        <p:sp>
          <p:nvSpPr>
            <p:cNvPr id="708" name="Google Shape;708;p37"/>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9" name="Google Shape;709;p37"/>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0" name="Google Shape;710;p37"/>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1" name="Google Shape;711;p37"/>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2" name="Google Shape;712;p37"/>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13" name="Google Shape;713;p37"/>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714" name="Google Shape;714;p37"/>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715" name="Google Shape;715;p37"/>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716" name="Google Shape;716;p37"/>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717" name="Google Shape;717;p37"/>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718" name="Google Shape;718;p37"/>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719" name="Google Shape;719;p37"/>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720" name="Google Shape;720;p37"/>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721" name="Google Shape;721;p37"/>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722" name="Google Shape;722;p37"/>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723" name="Google Shape;723;p37"/>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724" name="Google Shape;724;p37"/>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725" name="Google Shape;725;p37"/>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726" name="Google Shape;726;p37"/>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727" name="Google Shape;727;p37"/>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728" name="Google Shape;728;p37"/>
          <p:cNvGrpSpPr/>
          <p:nvPr/>
        </p:nvGrpSpPr>
        <p:grpSpPr>
          <a:xfrm>
            <a:off x="1905000" y="685800"/>
            <a:ext cx="762000" cy="2016125"/>
            <a:chOff x="480" y="650"/>
            <a:chExt cx="480" cy="1270"/>
          </a:xfrm>
        </p:grpSpPr>
        <p:grpSp>
          <p:nvGrpSpPr>
            <p:cNvPr id="729" name="Google Shape;729;p37"/>
            <p:cNvGrpSpPr/>
            <p:nvPr/>
          </p:nvGrpSpPr>
          <p:grpSpPr>
            <a:xfrm>
              <a:off x="480" y="672"/>
              <a:ext cx="480" cy="1200"/>
              <a:chOff x="480" y="672"/>
              <a:chExt cx="480" cy="1200"/>
            </a:xfrm>
          </p:grpSpPr>
          <p:sp>
            <p:nvSpPr>
              <p:cNvPr id="730" name="Google Shape;730;p37"/>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1" name="Google Shape;731;p37"/>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2" name="Google Shape;732;p37"/>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3" name="Google Shape;733;p37"/>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4" name="Google Shape;734;p37"/>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5" name="Google Shape;735;p37"/>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6" name="Google Shape;736;p37"/>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7" name="Google Shape;737;p37"/>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8" name="Google Shape;738;p37"/>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9" name="Google Shape;739;p37"/>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40" name="Google Shape;740;p37"/>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741" name="Google Shape;741;p37"/>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742" name="Google Shape;742;p37"/>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743" name="Google Shape;743;p37"/>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744" name="Google Shape;744;p37"/>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745" name="Google Shape;745;p37"/>
          <p:cNvGrpSpPr/>
          <p:nvPr/>
        </p:nvGrpSpPr>
        <p:grpSpPr>
          <a:xfrm>
            <a:off x="5334000" y="4267200"/>
            <a:ext cx="762000" cy="2016125"/>
            <a:chOff x="480" y="650"/>
            <a:chExt cx="480" cy="1270"/>
          </a:xfrm>
        </p:grpSpPr>
        <p:grpSp>
          <p:nvGrpSpPr>
            <p:cNvPr id="746" name="Google Shape;746;p37"/>
            <p:cNvGrpSpPr/>
            <p:nvPr/>
          </p:nvGrpSpPr>
          <p:grpSpPr>
            <a:xfrm>
              <a:off x="480" y="672"/>
              <a:ext cx="480" cy="1200"/>
              <a:chOff x="480" y="672"/>
              <a:chExt cx="480" cy="1200"/>
            </a:xfrm>
          </p:grpSpPr>
          <p:sp>
            <p:nvSpPr>
              <p:cNvPr id="747" name="Google Shape;747;p37"/>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8" name="Google Shape;748;p37"/>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9" name="Google Shape;749;p37"/>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0" name="Google Shape;750;p37"/>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1" name="Google Shape;751;p37"/>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2" name="Google Shape;752;p37"/>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3" name="Google Shape;753;p37"/>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4" name="Google Shape;754;p37"/>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5" name="Google Shape;755;p37"/>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6" name="Google Shape;756;p37"/>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57" name="Google Shape;757;p37"/>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758" name="Google Shape;758;p37"/>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759" name="Google Shape;759;p37"/>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760" name="Google Shape;760;p37"/>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761" name="Google Shape;761;p37"/>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762" name="Google Shape;762;p37"/>
          <p:cNvGrpSpPr/>
          <p:nvPr/>
        </p:nvGrpSpPr>
        <p:grpSpPr>
          <a:xfrm>
            <a:off x="5334000" y="304800"/>
            <a:ext cx="762000" cy="2016125"/>
            <a:chOff x="480" y="650"/>
            <a:chExt cx="480" cy="1270"/>
          </a:xfrm>
        </p:grpSpPr>
        <p:grpSp>
          <p:nvGrpSpPr>
            <p:cNvPr id="763" name="Google Shape;763;p37"/>
            <p:cNvGrpSpPr/>
            <p:nvPr/>
          </p:nvGrpSpPr>
          <p:grpSpPr>
            <a:xfrm>
              <a:off x="480" y="672"/>
              <a:ext cx="480" cy="1200"/>
              <a:chOff x="480" y="672"/>
              <a:chExt cx="480" cy="1200"/>
            </a:xfrm>
          </p:grpSpPr>
          <p:sp>
            <p:nvSpPr>
              <p:cNvPr id="764" name="Google Shape;764;p37"/>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5" name="Google Shape;765;p37"/>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6" name="Google Shape;766;p37"/>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7" name="Google Shape;767;p37"/>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8" name="Google Shape;768;p37"/>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9" name="Google Shape;769;p37"/>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70" name="Google Shape;770;p37"/>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71" name="Google Shape;771;p37"/>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72" name="Google Shape;772;p37"/>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73" name="Google Shape;773;p37"/>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74" name="Google Shape;774;p37"/>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775" name="Google Shape;775;p37"/>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776" name="Google Shape;776;p37"/>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777" name="Google Shape;777;p37"/>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778" name="Google Shape;778;p37"/>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779" name="Google Shape;779;p37"/>
          <p:cNvGrpSpPr/>
          <p:nvPr/>
        </p:nvGrpSpPr>
        <p:grpSpPr>
          <a:xfrm>
            <a:off x="1905000" y="4114800"/>
            <a:ext cx="762000" cy="2016125"/>
            <a:chOff x="480" y="650"/>
            <a:chExt cx="480" cy="1270"/>
          </a:xfrm>
        </p:grpSpPr>
        <p:grpSp>
          <p:nvGrpSpPr>
            <p:cNvPr id="780" name="Google Shape;780;p37"/>
            <p:cNvGrpSpPr/>
            <p:nvPr/>
          </p:nvGrpSpPr>
          <p:grpSpPr>
            <a:xfrm>
              <a:off x="480" y="672"/>
              <a:ext cx="480" cy="1200"/>
              <a:chOff x="480" y="672"/>
              <a:chExt cx="480" cy="1200"/>
            </a:xfrm>
          </p:grpSpPr>
          <p:sp>
            <p:nvSpPr>
              <p:cNvPr id="781" name="Google Shape;781;p37"/>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2" name="Google Shape;782;p37"/>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3" name="Google Shape;783;p37"/>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4" name="Google Shape;784;p37"/>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5" name="Google Shape;785;p37"/>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6" name="Google Shape;786;p37"/>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7" name="Google Shape;787;p37"/>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8" name="Google Shape;788;p37"/>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9" name="Google Shape;789;p37"/>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90" name="Google Shape;790;p37"/>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91" name="Google Shape;791;p37"/>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792" name="Google Shape;792;p37"/>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793" name="Google Shape;793;p37"/>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794" name="Google Shape;794;p37"/>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795" name="Google Shape;795;p37"/>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796" name="Google Shape;796;p37"/>
          <p:cNvGrpSpPr/>
          <p:nvPr/>
        </p:nvGrpSpPr>
        <p:grpSpPr>
          <a:xfrm>
            <a:off x="7315200" y="2057400"/>
            <a:ext cx="762000" cy="2016125"/>
            <a:chOff x="480" y="650"/>
            <a:chExt cx="480" cy="1270"/>
          </a:xfrm>
        </p:grpSpPr>
        <p:grpSp>
          <p:nvGrpSpPr>
            <p:cNvPr id="797" name="Google Shape;797;p37"/>
            <p:cNvGrpSpPr/>
            <p:nvPr/>
          </p:nvGrpSpPr>
          <p:grpSpPr>
            <a:xfrm>
              <a:off x="480" y="672"/>
              <a:ext cx="480" cy="1200"/>
              <a:chOff x="480" y="672"/>
              <a:chExt cx="480" cy="1200"/>
            </a:xfrm>
          </p:grpSpPr>
          <p:sp>
            <p:nvSpPr>
              <p:cNvPr id="798" name="Google Shape;798;p37"/>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99" name="Google Shape;799;p37"/>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0" name="Google Shape;800;p37"/>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1" name="Google Shape;801;p37"/>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2" name="Google Shape;802;p37"/>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3" name="Google Shape;803;p37"/>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4" name="Google Shape;804;p37"/>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5" name="Google Shape;805;p37"/>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6" name="Google Shape;806;p37"/>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7" name="Google Shape;807;p37"/>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808" name="Google Shape;808;p37"/>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809" name="Google Shape;809;p37"/>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810" name="Google Shape;810;p37"/>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811" name="Google Shape;811;p37"/>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812" name="Google Shape;812;p37"/>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813" name="Google Shape;813;p37"/>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814" name="Google Shape;814;p37"/>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815" name="Google Shape;815;p37"/>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816" name="Google Shape;816;p37"/>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817" name="Google Shape;817;p37"/>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818" name="Google Shape;818;p37"/>
          <p:cNvSpPr txBox="1"/>
          <p:nvPr/>
        </p:nvSpPr>
        <p:spPr>
          <a:xfrm>
            <a:off x="2270125" y="103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819" name="Google Shape;819;p37"/>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820" name="Google Shape;820;p37"/>
          <p:cNvSpPr txBox="1"/>
          <p:nvPr/>
        </p:nvSpPr>
        <p:spPr>
          <a:xfrm>
            <a:off x="2270125" y="4156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821" name="Google Shape;821;p37"/>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822" name="Google Shape;822;p37"/>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823" name="Google Shape;823;p37"/>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824" name="Google Shape;824;p37"/>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825" name="Google Shape;825;p37"/>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826" name="Google Shape;826;p37"/>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827" name="Google Shape;827;p37"/>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828" name="Google Shape;828;p37"/>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829" name="Google Shape;829;p37"/>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830" name="Google Shape;830;p37"/>
          <p:cNvSpPr txBox="1"/>
          <p:nvPr/>
        </p:nvSpPr>
        <p:spPr>
          <a:xfrm>
            <a:off x="2209800" y="52578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831" name="Google Shape;831;p37"/>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832" name="Google Shape;832;p37"/>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833" name="Google Shape;833;p37"/>
          <p:cNvSpPr txBox="1"/>
          <p:nvPr/>
        </p:nvSpPr>
        <p:spPr>
          <a:xfrm>
            <a:off x="5699125" y="650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834" name="Google Shape;834;p37"/>
          <p:cNvSpPr txBox="1"/>
          <p:nvPr/>
        </p:nvSpPr>
        <p:spPr>
          <a:xfrm>
            <a:off x="2270125" y="484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13</a:t>
            </a:r>
            <a:endParaRPr sz="2400">
              <a:solidFill>
                <a:srgbClr val="FF0000"/>
              </a:solidFill>
              <a:latin typeface="Times New Roman"/>
              <a:ea typeface="Times New Roman"/>
              <a:cs typeface="Times New Roman"/>
              <a:sym typeface="Times New Roman"/>
            </a:endParaRPr>
          </a:p>
        </p:txBody>
      </p:sp>
      <p:sp>
        <p:nvSpPr>
          <p:cNvPr id="835" name="Google Shape;835;p37"/>
          <p:cNvSpPr txBox="1"/>
          <p:nvPr/>
        </p:nvSpPr>
        <p:spPr>
          <a:xfrm>
            <a:off x="2270125" y="5603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13</a:t>
            </a:r>
            <a:endParaRPr sz="2400">
              <a:solidFill>
                <a:srgbClr val="FF0000"/>
              </a:solidFill>
              <a:latin typeface="Times New Roman"/>
              <a:ea typeface="Times New Roman"/>
              <a:cs typeface="Times New Roman"/>
              <a:sym typeface="Times New Roman"/>
            </a:endParaRPr>
          </a:p>
        </p:txBody>
      </p:sp>
      <p:sp>
        <p:nvSpPr>
          <p:cNvPr id="836" name="Google Shape;836;p37"/>
          <p:cNvSpPr txBox="1"/>
          <p:nvPr/>
        </p:nvSpPr>
        <p:spPr>
          <a:xfrm>
            <a:off x="5699125" y="46894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13</a:t>
            </a:r>
            <a:endParaRPr sz="2400">
              <a:solidFill>
                <a:srgbClr val="FF0000"/>
              </a:solidFill>
              <a:latin typeface="Times New Roman"/>
              <a:ea typeface="Times New Roman"/>
              <a:cs typeface="Times New Roman"/>
              <a:sym typeface="Times New Roman"/>
            </a:endParaRPr>
          </a:p>
        </p:txBody>
      </p:sp>
      <p:sp>
        <p:nvSpPr>
          <p:cNvPr id="837" name="Google Shape;837;p37"/>
          <p:cNvSpPr txBox="1"/>
          <p:nvPr/>
        </p:nvSpPr>
        <p:spPr>
          <a:xfrm>
            <a:off x="7680325" y="24796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13</a:t>
            </a:r>
            <a:endParaRPr sz="2400">
              <a:solidFill>
                <a:srgbClr val="FF0000"/>
              </a:solidFill>
              <a:latin typeface="Times New Roman"/>
              <a:ea typeface="Times New Roman"/>
              <a:cs typeface="Times New Roman"/>
              <a:sym typeface="Times New Roman"/>
            </a:endParaRPr>
          </a:p>
        </p:txBody>
      </p:sp>
      <p:sp>
        <p:nvSpPr>
          <p:cNvPr id="838" name="Google Shape;838;p37"/>
          <p:cNvSpPr txBox="1"/>
          <p:nvPr/>
        </p:nvSpPr>
        <p:spPr>
          <a:xfrm>
            <a:off x="6613525" y="4257675"/>
            <a:ext cx="2149475" cy="13731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Neighbours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of neighbours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of neighbours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grpSp>
        <p:nvGrpSpPr>
          <p:cNvPr id="843" name="Google Shape;843;p38"/>
          <p:cNvGrpSpPr/>
          <p:nvPr/>
        </p:nvGrpSpPr>
        <p:grpSpPr>
          <a:xfrm>
            <a:off x="2514600" y="1905000"/>
            <a:ext cx="4570413" cy="2724150"/>
            <a:chOff x="1574" y="1020"/>
            <a:chExt cx="2879" cy="1709"/>
          </a:xfrm>
        </p:grpSpPr>
        <p:sp>
          <p:nvSpPr>
            <p:cNvPr id="844" name="Google Shape;844;p38"/>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5" name="Google Shape;845;p38"/>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6" name="Google Shape;846;p38"/>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7" name="Google Shape;847;p38"/>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8" name="Google Shape;848;p38"/>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49" name="Google Shape;849;p38"/>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850" name="Google Shape;850;p38"/>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851" name="Google Shape;851;p38"/>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852" name="Google Shape;852;p38"/>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853" name="Google Shape;853;p38"/>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854" name="Google Shape;854;p38"/>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855" name="Google Shape;855;p38"/>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856" name="Google Shape;856;p38"/>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857" name="Google Shape;857;p38"/>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858" name="Google Shape;858;p38"/>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859" name="Google Shape;859;p38"/>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860" name="Google Shape;860;p38"/>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861" name="Google Shape;861;p38"/>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862" name="Google Shape;862;p38"/>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863" name="Google Shape;863;p38"/>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864" name="Google Shape;864;p38"/>
          <p:cNvGrpSpPr/>
          <p:nvPr/>
        </p:nvGrpSpPr>
        <p:grpSpPr>
          <a:xfrm>
            <a:off x="1905000" y="685800"/>
            <a:ext cx="762000" cy="2016125"/>
            <a:chOff x="480" y="650"/>
            <a:chExt cx="480" cy="1270"/>
          </a:xfrm>
        </p:grpSpPr>
        <p:grpSp>
          <p:nvGrpSpPr>
            <p:cNvPr id="865" name="Google Shape;865;p38"/>
            <p:cNvGrpSpPr/>
            <p:nvPr/>
          </p:nvGrpSpPr>
          <p:grpSpPr>
            <a:xfrm>
              <a:off x="480" y="672"/>
              <a:ext cx="480" cy="1200"/>
              <a:chOff x="480" y="672"/>
              <a:chExt cx="480" cy="1200"/>
            </a:xfrm>
          </p:grpSpPr>
          <p:sp>
            <p:nvSpPr>
              <p:cNvPr id="866" name="Google Shape;866;p38"/>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7" name="Google Shape;867;p38"/>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8" name="Google Shape;868;p38"/>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9" name="Google Shape;869;p38"/>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0" name="Google Shape;870;p38"/>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1" name="Google Shape;871;p38"/>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2" name="Google Shape;872;p38"/>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3" name="Google Shape;873;p38"/>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4" name="Google Shape;874;p38"/>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5" name="Google Shape;875;p38"/>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876" name="Google Shape;876;p38"/>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877" name="Google Shape;877;p38"/>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878" name="Google Shape;878;p38"/>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879" name="Google Shape;879;p38"/>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880" name="Google Shape;880;p38"/>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881" name="Google Shape;881;p38"/>
          <p:cNvGrpSpPr/>
          <p:nvPr/>
        </p:nvGrpSpPr>
        <p:grpSpPr>
          <a:xfrm>
            <a:off x="5334000" y="4267200"/>
            <a:ext cx="762000" cy="2016125"/>
            <a:chOff x="480" y="650"/>
            <a:chExt cx="480" cy="1270"/>
          </a:xfrm>
        </p:grpSpPr>
        <p:grpSp>
          <p:nvGrpSpPr>
            <p:cNvPr id="882" name="Google Shape;882;p38"/>
            <p:cNvGrpSpPr/>
            <p:nvPr/>
          </p:nvGrpSpPr>
          <p:grpSpPr>
            <a:xfrm>
              <a:off x="480" y="672"/>
              <a:ext cx="480" cy="1200"/>
              <a:chOff x="480" y="672"/>
              <a:chExt cx="480" cy="1200"/>
            </a:xfrm>
          </p:grpSpPr>
          <p:sp>
            <p:nvSpPr>
              <p:cNvPr id="883" name="Google Shape;883;p38"/>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4" name="Google Shape;884;p38"/>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5" name="Google Shape;885;p38"/>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6" name="Google Shape;886;p38"/>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7" name="Google Shape;887;p38"/>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8" name="Google Shape;888;p38"/>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9" name="Google Shape;889;p38"/>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0" name="Google Shape;890;p38"/>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1" name="Google Shape;891;p38"/>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2" name="Google Shape;892;p38"/>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893" name="Google Shape;893;p38"/>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894" name="Google Shape;894;p38"/>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895" name="Google Shape;895;p38"/>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896" name="Google Shape;896;p38"/>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897" name="Google Shape;897;p38"/>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898" name="Google Shape;898;p38"/>
          <p:cNvGrpSpPr/>
          <p:nvPr/>
        </p:nvGrpSpPr>
        <p:grpSpPr>
          <a:xfrm>
            <a:off x="5334000" y="304800"/>
            <a:ext cx="762000" cy="2016125"/>
            <a:chOff x="480" y="650"/>
            <a:chExt cx="480" cy="1270"/>
          </a:xfrm>
        </p:grpSpPr>
        <p:grpSp>
          <p:nvGrpSpPr>
            <p:cNvPr id="899" name="Google Shape;899;p38"/>
            <p:cNvGrpSpPr/>
            <p:nvPr/>
          </p:nvGrpSpPr>
          <p:grpSpPr>
            <a:xfrm>
              <a:off x="480" y="672"/>
              <a:ext cx="480" cy="1200"/>
              <a:chOff x="480" y="672"/>
              <a:chExt cx="480" cy="1200"/>
            </a:xfrm>
          </p:grpSpPr>
          <p:sp>
            <p:nvSpPr>
              <p:cNvPr id="900" name="Google Shape;900;p38"/>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1" name="Google Shape;901;p38"/>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2" name="Google Shape;902;p38"/>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3" name="Google Shape;903;p38"/>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4" name="Google Shape;904;p38"/>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5" name="Google Shape;905;p38"/>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6" name="Google Shape;906;p38"/>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7" name="Google Shape;907;p38"/>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8" name="Google Shape;908;p38"/>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9" name="Google Shape;909;p38"/>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910" name="Google Shape;910;p38"/>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911" name="Google Shape;911;p38"/>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912" name="Google Shape;912;p38"/>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913" name="Google Shape;913;p38"/>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914" name="Google Shape;914;p38"/>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915" name="Google Shape;915;p38"/>
          <p:cNvGrpSpPr/>
          <p:nvPr/>
        </p:nvGrpSpPr>
        <p:grpSpPr>
          <a:xfrm>
            <a:off x="1905000" y="4114800"/>
            <a:ext cx="762000" cy="2016125"/>
            <a:chOff x="480" y="650"/>
            <a:chExt cx="480" cy="1270"/>
          </a:xfrm>
        </p:grpSpPr>
        <p:grpSp>
          <p:nvGrpSpPr>
            <p:cNvPr id="916" name="Google Shape;916;p38"/>
            <p:cNvGrpSpPr/>
            <p:nvPr/>
          </p:nvGrpSpPr>
          <p:grpSpPr>
            <a:xfrm>
              <a:off x="480" y="672"/>
              <a:ext cx="480" cy="1200"/>
              <a:chOff x="480" y="672"/>
              <a:chExt cx="480" cy="1200"/>
            </a:xfrm>
          </p:grpSpPr>
          <p:sp>
            <p:nvSpPr>
              <p:cNvPr id="917" name="Google Shape;917;p38"/>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8" name="Google Shape;918;p38"/>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9" name="Google Shape;919;p38"/>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0" name="Google Shape;920;p38"/>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1" name="Google Shape;921;p38"/>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2" name="Google Shape;922;p38"/>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3" name="Google Shape;923;p38"/>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4" name="Google Shape;924;p38"/>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5" name="Google Shape;925;p38"/>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6" name="Google Shape;926;p38"/>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927" name="Google Shape;927;p38"/>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928" name="Google Shape;928;p38"/>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929" name="Google Shape;929;p38"/>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930" name="Google Shape;930;p38"/>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931" name="Google Shape;931;p38"/>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932" name="Google Shape;932;p38"/>
          <p:cNvGrpSpPr/>
          <p:nvPr/>
        </p:nvGrpSpPr>
        <p:grpSpPr>
          <a:xfrm>
            <a:off x="7315200" y="2057400"/>
            <a:ext cx="762000" cy="2016125"/>
            <a:chOff x="480" y="650"/>
            <a:chExt cx="480" cy="1270"/>
          </a:xfrm>
        </p:grpSpPr>
        <p:grpSp>
          <p:nvGrpSpPr>
            <p:cNvPr id="933" name="Google Shape;933;p38"/>
            <p:cNvGrpSpPr/>
            <p:nvPr/>
          </p:nvGrpSpPr>
          <p:grpSpPr>
            <a:xfrm>
              <a:off x="480" y="672"/>
              <a:ext cx="480" cy="1200"/>
              <a:chOff x="480" y="672"/>
              <a:chExt cx="480" cy="1200"/>
            </a:xfrm>
          </p:grpSpPr>
          <p:sp>
            <p:nvSpPr>
              <p:cNvPr id="934" name="Google Shape;934;p38"/>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5" name="Google Shape;935;p38"/>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6" name="Google Shape;936;p38"/>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7" name="Google Shape;937;p38"/>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8" name="Google Shape;938;p38"/>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9" name="Google Shape;939;p38"/>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40" name="Google Shape;940;p38"/>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41" name="Google Shape;941;p38"/>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42" name="Google Shape;942;p38"/>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43" name="Google Shape;943;p38"/>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944" name="Google Shape;944;p38"/>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945" name="Google Shape;945;p38"/>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946" name="Google Shape;946;p38"/>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947" name="Google Shape;947;p38"/>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948" name="Google Shape;948;p38"/>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949" name="Google Shape;949;p38"/>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950" name="Google Shape;950;p38"/>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951" name="Google Shape;951;p38"/>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952" name="Google Shape;952;p38"/>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953" name="Google Shape;953;p38"/>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954" name="Google Shape;954;p38"/>
          <p:cNvSpPr txBox="1"/>
          <p:nvPr/>
        </p:nvSpPr>
        <p:spPr>
          <a:xfrm>
            <a:off x="2270125" y="103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955" name="Google Shape;955;p38"/>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956" name="Google Shape;956;p38"/>
          <p:cNvSpPr txBox="1"/>
          <p:nvPr/>
        </p:nvSpPr>
        <p:spPr>
          <a:xfrm>
            <a:off x="2270125" y="4156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957" name="Google Shape;957;p38"/>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958" name="Google Shape;958;p38"/>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959" name="Google Shape;959;p38"/>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960" name="Google Shape;960;p38"/>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961" name="Google Shape;961;p38"/>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962" name="Google Shape;962;p38"/>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963" name="Google Shape;963;p38"/>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964" name="Google Shape;964;p38"/>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965" name="Google Shape;965;p38"/>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966" name="Google Shape;966;p38"/>
          <p:cNvSpPr txBox="1"/>
          <p:nvPr/>
        </p:nvSpPr>
        <p:spPr>
          <a:xfrm>
            <a:off x="2209800" y="52578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967" name="Google Shape;967;p38"/>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968" name="Google Shape;968;p38"/>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969" name="Google Shape;969;p38"/>
          <p:cNvSpPr txBox="1"/>
          <p:nvPr/>
        </p:nvSpPr>
        <p:spPr>
          <a:xfrm>
            <a:off x="5699125" y="650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970" name="Google Shape;970;p38"/>
          <p:cNvSpPr txBox="1"/>
          <p:nvPr/>
        </p:nvSpPr>
        <p:spPr>
          <a:xfrm>
            <a:off x="2270125" y="484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971" name="Google Shape;971;p38"/>
          <p:cNvSpPr txBox="1"/>
          <p:nvPr/>
        </p:nvSpPr>
        <p:spPr>
          <a:xfrm>
            <a:off x="2270125" y="5603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972" name="Google Shape;972;p38"/>
          <p:cNvSpPr txBox="1"/>
          <p:nvPr/>
        </p:nvSpPr>
        <p:spPr>
          <a:xfrm>
            <a:off x="5699125" y="46894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973" name="Google Shape;973;p38"/>
          <p:cNvSpPr txBox="1"/>
          <p:nvPr/>
        </p:nvSpPr>
        <p:spPr>
          <a:xfrm>
            <a:off x="7680325" y="24796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974" name="Google Shape;974;p38"/>
          <p:cNvSpPr txBox="1"/>
          <p:nvPr/>
        </p:nvSpPr>
        <p:spPr>
          <a:xfrm>
            <a:off x="6689725" y="4486275"/>
            <a:ext cx="1978025"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Stable</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convergence</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grpSp>
        <p:nvGrpSpPr>
          <p:cNvPr id="979" name="Google Shape;979;p39"/>
          <p:cNvGrpSpPr/>
          <p:nvPr/>
        </p:nvGrpSpPr>
        <p:grpSpPr>
          <a:xfrm>
            <a:off x="2514600" y="1905000"/>
            <a:ext cx="4570413" cy="2724150"/>
            <a:chOff x="1574" y="1020"/>
            <a:chExt cx="2879" cy="1709"/>
          </a:xfrm>
        </p:grpSpPr>
        <p:sp>
          <p:nvSpPr>
            <p:cNvPr id="980" name="Google Shape;980;p39"/>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1" name="Google Shape;981;p39"/>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2" name="Google Shape;982;p39"/>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3" name="Google Shape;983;p39"/>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4" name="Google Shape;984;p39"/>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85" name="Google Shape;985;p39"/>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986" name="Google Shape;986;p39"/>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987" name="Google Shape;987;p39"/>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988" name="Google Shape;988;p39"/>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989" name="Google Shape;989;p39"/>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990" name="Google Shape;990;p39"/>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991" name="Google Shape;991;p39"/>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992" name="Google Shape;992;p39"/>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993" name="Google Shape;993;p39"/>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994" name="Google Shape;994;p39"/>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995" name="Google Shape;995;p39"/>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996" name="Google Shape;996;p39"/>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997" name="Google Shape;997;p39"/>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998" name="Google Shape;998;p39"/>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999" name="Google Shape;999;p39"/>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1000" name="Google Shape;1000;p39"/>
          <p:cNvGrpSpPr/>
          <p:nvPr/>
        </p:nvGrpSpPr>
        <p:grpSpPr>
          <a:xfrm>
            <a:off x="1905000" y="685800"/>
            <a:ext cx="762000" cy="2016125"/>
            <a:chOff x="480" y="650"/>
            <a:chExt cx="480" cy="1270"/>
          </a:xfrm>
        </p:grpSpPr>
        <p:grpSp>
          <p:nvGrpSpPr>
            <p:cNvPr id="1001" name="Google Shape;1001;p39"/>
            <p:cNvGrpSpPr/>
            <p:nvPr/>
          </p:nvGrpSpPr>
          <p:grpSpPr>
            <a:xfrm>
              <a:off x="480" y="672"/>
              <a:ext cx="480" cy="1200"/>
              <a:chOff x="480" y="672"/>
              <a:chExt cx="480" cy="1200"/>
            </a:xfrm>
          </p:grpSpPr>
          <p:sp>
            <p:nvSpPr>
              <p:cNvPr id="1002" name="Google Shape;1002;p39"/>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3" name="Google Shape;1003;p39"/>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4" name="Google Shape;1004;p39"/>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5" name="Google Shape;1005;p39"/>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6" name="Google Shape;1006;p39"/>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7" name="Google Shape;1007;p39"/>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8" name="Google Shape;1008;p39"/>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9" name="Google Shape;1009;p39"/>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0" name="Google Shape;1010;p39"/>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1" name="Google Shape;1011;p39"/>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12" name="Google Shape;1012;p39"/>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013" name="Google Shape;1013;p39"/>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014" name="Google Shape;1014;p39"/>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015" name="Google Shape;1015;p39"/>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016" name="Google Shape;1016;p39"/>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017" name="Google Shape;1017;p39"/>
          <p:cNvGrpSpPr/>
          <p:nvPr/>
        </p:nvGrpSpPr>
        <p:grpSpPr>
          <a:xfrm>
            <a:off x="5334000" y="4267200"/>
            <a:ext cx="762000" cy="2016125"/>
            <a:chOff x="480" y="650"/>
            <a:chExt cx="480" cy="1270"/>
          </a:xfrm>
        </p:grpSpPr>
        <p:grpSp>
          <p:nvGrpSpPr>
            <p:cNvPr id="1018" name="Google Shape;1018;p39"/>
            <p:cNvGrpSpPr/>
            <p:nvPr/>
          </p:nvGrpSpPr>
          <p:grpSpPr>
            <a:xfrm>
              <a:off x="480" y="672"/>
              <a:ext cx="480" cy="1200"/>
              <a:chOff x="480" y="672"/>
              <a:chExt cx="480" cy="1200"/>
            </a:xfrm>
          </p:grpSpPr>
          <p:sp>
            <p:nvSpPr>
              <p:cNvPr id="1019" name="Google Shape;1019;p39"/>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0" name="Google Shape;1020;p39"/>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1" name="Google Shape;1021;p39"/>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2" name="Google Shape;1022;p39"/>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3" name="Google Shape;1023;p39"/>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4" name="Google Shape;1024;p39"/>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5" name="Google Shape;1025;p39"/>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6" name="Google Shape;1026;p39"/>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7" name="Google Shape;1027;p39"/>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8" name="Google Shape;1028;p39"/>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29" name="Google Shape;1029;p39"/>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030" name="Google Shape;1030;p39"/>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031" name="Google Shape;1031;p39"/>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032" name="Google Shape;1032;p39"/>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033" name="Google Shape;1033;p39"/>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034" name="Google Shape;1034;p39"/>
          <p:cNvGrpSpPr/>
          <p:nvPr/>
        </p:nvGrpSpPr>
        <p:grpSpPr>
          <a:xfrm>
            <a:off x="5334000" y="304800"/>
            <a:ext cx="762000" cy="2016125"/>
            <a:chOff x="480" y="650"/>
            <a:chExt cx="480" cy="1270"/>
          </a:xfrm>
        </p:grpSpPr>
        <p:grpSp>
          <p:nvGrpSpPr>
            <p:cNvPr id="1035" name="Google Shape;1035;p39"/>
            <p:cNvGrpSpPr/>
            <p:nvPr/>
          </p:nvGrpSpPr>
          <p:grpSpPr>
            <a:xfrm>
              <a:off x="480" y="672"/>
              <a:ext cx="480" cy="1200"/>
              <a:chOff x="480" y="672"/>
              <a:chExt cx="480" cy="1200"/>
            </a:xfrm>
          </p:grpSpPr>
          <p:sp>
            <p:nvSpPr>
              <p:cNvPr id="1036" name="Google Shape;1036;p39"/>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7" name="Google Shape;1037;p39"/>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8" name="Google Shape;1038;p39"/>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9" name="Google Shape;1039;p39"/>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0" name="Google Shape;1040;p39"/>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1" name="Google Shape;1041;p39"/>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2" name="Google Shape;1042;p39"/>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3" name="Google Shape;1043;p39"/>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4" name="Google Shape;1044;p39"/>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5" name="Google Shape;1045;p39"/>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46" name="Google Shape;1046;p39"/>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047" name="Google Shape;1047;p39"/>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048" name="Google Shape;1048;p39"/>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049" name="Google Shape;1049;p39"/>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050" name="Google Shape;1050;p39"/>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051" name="Google Shape;1051;p39"/>
          <p:cNvGrpSpPr/>
          <p:nvPr/>
        </p:nvGrpSpPr>
        <p:grpSpPr>
          <a:xfrm>
            <a:off x="1905000" y="4114800"/>
            <a:ext cx="762000" cy="2016125"/>
            <a:chOff x="480" y="650"/>
            <a:chExt cx="480" cy="1270"/>
          </a:xfrm>
        </p:grpSpPr>
        <p:grpSp>
          <p:nvGrpSpPr>
            <p:cNvPr id="1052" name="Google Shape;1052;p39"/>
            <p:cNvGrpSpPr/>
            <p:nvPr/>
          </p:nvGrpSpPr>
          <p:grpSpPr>
            <a:xfrm>
              <a:off x="480" y="672"/>
              <a:ext cx="480" cy="1200"/>
              <a:chOff x="480" y="672"/>
              <a:chExt cx="480" cy="1200"/>
            </a:xfrm>
          </p:grpSpPr>
          <p:sp>
            <p:nvSpPr>
              <p:cNvPr id="1053" name="Google Shape;1053;p39"/>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4" name="Google Shape;1054;p39"/>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5" name="Google Shape;1055;p39"/>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6" name="Google Shape;1056;p39"/>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7" name="Google Shape;1057;p39"/>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8" name="Google Shape;1058;p39"/>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9" name="Google Shape;1059;p39"/>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0" name="Google Shape;1060;p39"/>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1" name="Google Shape;1061;p39"/>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2" name="Google Shape;1062;p39"/>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63" name="Google Shape;1063;p39"/>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064" name="Google Shape;1064;p39"/>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065" name="Google Shape;1065;p39"/>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066" name="Google Shape;1066;p39"/>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067" name="Google Shape;1067;p39"/>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068" name="Google Shape;1068;p39"/>
          <p:cNvGrpSpPr/>
          <p:nvPr/>
        </p:nvGrpSpPr>
        <p:grpSpPr>
          <a:xfrm>
            <a:off x="7315200" y="2057400"/>
            <a:ext cx="762000" cy="2016125"/>
            <a:chOff x="480" y="650"/>
            <a:chExt cx="480" cy="1270"/>
          </a:xfrm>
        </p:grpSpPr>
        <p:grpSp>
          <p:nvGrpSpPr>
            <p:cNvPr id="1069" name="Google Shape;1069;p39"/>
            <p:cNvGrpSpPr/>
            <p:nvPr/>
          </p:nvGrpSpPr>
          <p:grpSpPr>
            <a:xfrm>
              <a:off x="480" y="672"/>
              <a:ext cx="480" cy="1200"/>
              <a:chOff x="480" y="672"/>
              <a:chExt cx="480" cy="1200"/>
            </a:xfrm>
          </p:grpSpPr>
          <p:sp>
            <p:nvSpPr>
              <p:cNvPr id="1070" name="Google Shape;1070;p39"/>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1" name="Google Shape;1071;p39"/>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2" name="Google Shape;1072;p39"/>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3" name="Google Shape;1073;p39"/>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4" name="Google Shape;1074;p39"/>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5" name="Google Shape;1075;p39"/>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6" name="Google Shape;1076;p39"/>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7" name="Google Shape;1077;p39"/>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8" name="Google Shape;1078;p39"/>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9" name="Google Shape;1079;p39"/>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80" name="Google Shape;1080;p39"/>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081" name="Google Shape;1081;p39"/>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082" name="Google Shape;1082;p39"/>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083" name="Google Shape;1083;p39"/>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084" name="Google Shape;1084;p39"/>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1085" name="Google Shape;1085;p39"/>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086" name="Google Shape;1086;p39"/>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087" name="Google Shape;1087;p39"/>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088" name="Google Shape;1088;p39"/>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089" name="Google Shape;1089;p39"/>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090" name="Google Shape;1090;p39"/>
          <p:cNvSpPr txBox="1"/>
          <p:nvPr/>
        </p:nvSpPr>
        <p:spPr>
          <a:xfrm>
            <a:off x="2270125" y="103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1091" name="Google Shape;1091;p39"/>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092" name="Google Shape;1092;p39"/>
          <p:cNvSpPr txBox="1"/>
          <p:nvPr/>
        </p:nvSpPr>
        <p:spPr>
          <a:xfrm>
            <a:off x="2270125" y="4156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1093" name="Google Shape;1093;p39"/>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094" name="Google Shape;1094;p39"/>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095" name="Google Shape;1095;p39"/>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096" name="Google Shape;1096;p39"/>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097" name="Google Shape;1097;p39"/>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098" name="Google Shape;1098;p39"/>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099" name="Google Shape;1099;p39"/>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100" name="Google Shape;1100;p39"/>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101" name="Google Shape;1101;p39"/>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102" name="Google Shape;1102;p39"/>
          <p:cNvSpPr txBox="1"/>
          <p:nvPr/>
        </p:nvSpPr>
        <p:spPr>
          <a:xfrm>
            <a:off x="2209800" y="52578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1103" name="Google Shape;1103;p39"/>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104" name="Google Shape;1104;p39"/>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105" name="Google Shape;1105;p39"/>
          <p:cNvSpPr txBox="1"/>
          <p:nvPr/>
        </p:nvSpPr>
        <p:spPr>
          <a:xfrm>
            <a:off x="5699125" y="650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1106" name="Google Shape;1106;p39"/>
          <p:cNvSpPr txBox="1"/>
          <p:nvPr/>
        </p:nvSpPr>
        <p:spPr>
          <a:xfrm>
            <a:off x="2270125" y="484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1107" name="Google Shape;1107;p39"/>
          <p:cNvSpPr txBox="1"/>
          <p:nvPr/>
        </p:nvSpPr>
        <p:spPr>
          <a:xfrm>
            <a:off x="2270125" y="5603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1108" name="Google Shape;1108;p39"/>
          <p:cNvSpPr txBox="1"/>
          <p:nvPr/>
        </p:nvSpPr>
        <p:spPr>
          <a:xfrm>
            <a:off x="5699125" y="46894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1109" name="Google Shape;1109;p39"/>
          <p:cNvSpPr txBox="1"/>
          <p:nvPr/>
        </p:nvSpPr>
        <p:spPr>
          <a:xfrm>
            <a:off x="7680325" y="24796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cxnSp>
        <p:nvCxnSpPr>
          <p:cNvPr id="1110" name="Google Shape;1110;p39"/>
          <p:cNvCxnSpPr/>
          <p:nvPr/>
        </p:nvCxnSpPr>
        <p:spPr>
          <a:xfrm>
            <a:off x="3429000" y="3962400"/>
            <a:ext cx="1371600" cy="0"/>
          </a:xfrm>
          <a:prstGeom prst="straightConnector1">
            <a:avLst/>
          </a:prstGeom>
          <a:noFill/>
          <a:ln cap="flat" cmpd="sng" w="9525">
            <a:solidFill>
              <a:srgbClr val="FF0000"/>
            </a:solidFill>
            <a:prstDash val="solid"/>
            <a:round/>
            <a:headEnd len="med" w="med" type="none"/>
            <a:tailEnd len="med" w="med" type="none"/>
          </a:ln>
        </p:spPr>
      </p:cxnSp>
      <p:sp>
        <p:nvSpPr>
          <p:cNvPr id="1111" name="Google Shape;1111;p39"/>
          <p:cNvSpPr txBox="1"/>
          <p:nvPr/>
        </p:nvSpPr>
        <p:spPr>
          <a:xfrm>
            <a:off x="4022725" y="3927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a:t>
            </a:r>
            <a:endParaRPr sz="2400">
              <a:solidFill>
                <a:srgbClr val="FF0000"/>
              </a:solidFill>
              <a:latin typeface="Times New Roman"/>
              <a:ea typeface="Times New Roman"/>
              <a:cs typeface="Times New Roman"/>
              <a:sym typeface="Times New Roman"/>
            </a:endParaRPr>
          </a:p>
        </p:txBody>
      </p:sp>
      <p:sp>
        <p:nvSpPr>
          <p:cNvPr id="1112" name="Google Shape;1112;p39"/>
          <p:cNvSpPr txBox="1"/>
          <p:nvPr/>
        </p:nvSpPr>
        <p:spPr>
          <a:xfrm>
            <a:off x="6689725" y="4333875"/>
            <a:ext cx="1892300"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Good news: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A new link!</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grpSp>
        <p:nvGrpSpPr>
          <p:cNvPr id="1117" name="Google Shape;1117;p40"/>
          <p:cNvGrpSpPr/>
          <p:nvPr/>
        </p:nvGrpSpPr>
        <p:grpSpPr>
          <a:xfrm>
            <a:off x="2514600" y="1905000"/>
            <a:ext cx="4570413" cy="2724150"/>
            <a:chOff x="1574" y="1020"/>
            <a:chExt cx="2879" cy="1709"/>
          </a:xfrm>
        </p:grpSpPr>
        <p:sp>
          <p:nvSpPr>
            <p:cNvPr id="1118" name="Google Shape;1118;p40"/>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9" name="Google Shape;1119;p40"/>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0" name="Google Shape;1120;p40"/>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1" name="Google Shape;1121;p40"/>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2" name="Google Shape;1122;p40"/>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123" name="Google Shape;1123;p40"/>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1124" name="Google Shape;1124;p40"/>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125" name="Google Shape;1125;p40"/>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126" name="Google Shape;1126;p40"/>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1127" name="Google Shape;1127;p40"/>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1128" name="Google Shape;1128;p40"/>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129" name="Google Shape;1129;p40"/>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1130" name="Google Shape;1130;p40"/>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131" name="Google Shape;1131;p40"/>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132" name="Google Shape;1132;p40"/>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133" name="Google Shape;1133;p40"/>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1134" name="Google Shape;1134;p40"/>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1135" name="Google Shape;1135;p40"/>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1136" name="Google Shape;1136;p40"/>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1137" name="Google Shape;1137;p40"/>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1138" name="Google Shape;1138;p40"/>
          <p:cNvGrpSpPr/>
          <p:nvPr/>
        </p:nvGrpSpPr>
        <p:grpSpPr>
          <a:xfrm>
            <a:off x="1905000" y="685800"/>
            <a:ext cx="762000" cy="2016125"/>
            <a:chOff x="480" y="650"/>
            <a:chExt cx="480" cy="1270"/>
          </a:xfrm>
        </p:grpSpPr>
        <p:grpSp>
          <p:nvGrpSpPr>
            <p:cNvPr id="1139" name="Google Shape;1139;p40"/>
            <p:cNvGrpSpPr/>
            <p:nvPr/>
          </p:nvGrpSpPr>
          <p:grpSpPr>
            <a:xfrm>
              <a:off x="480" y="672"/>
              <a:ext cx="480" cy="1200"/>
              <a:chOff x="480" y="672"/>
              <a:chExt cx="480" cy="1200"/>
            </a:xfrm>
          </p:grpSpPr>
          <p:sp>
            <p:nvSpPr>
              <p:cNvPr id="1140" name="Google Shape;1140;p40"/>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1" name="Google Shape;1141;p40"/>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2" name="Google Shape;1142;p40"/>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3" name="Google Shape;1143;p40"/>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4" name="Google Shape;1144;p40"/>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5" name="Google Shape;1145;p40"/>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6" name="Google Shape;1146;p40"/>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7" name="Google Shape;1147;p40"/>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8" name="Google Shape;1148;p40"/>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9" name="Google Shape;1149;p40"/>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50" name="Google Shape;1150;p40"/>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151" name="Google Shape;1151;p40"/>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152" name="Google Shape;1152;p40"/>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153" name="Google Shape;1153;p40"/>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154" name="Google Shape;1154;p40"/>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155" name="Google Shape;1155;p40"/>
          <p:cNvGrpSpPr/>
          <p:nvPr/>
        </p:nvGrpSpPr>
        <p:grpSpPr>
          <a:xfrm>
            <a:off x="5334000" y="4267200"/>
            <a:ext cx="762000" cy="2016125"/>
            <a:chOff x="480" y="650"/>
            <a:chExt cx="480" cy="1270"/>
          </a:xfrm>
        </p:grpSpPr>
        <p:grpSp>
          <p:nvGrpSpPr>
            <p:cNvPr id="1156" name="Google Shape;1156;p40"/>
            <p:cNvGrpSpPr/>
            <p:nvPr/>
          </p:nvGrpSpPr>
          <p:grpSpPr>
            <a:xfrm>
              <a:off x="480" y="672"/>
              <a:ext cx="480" cy="1200"/>
              <a:chOff x="480" y="672"/>
              <a:chExt cx="480" cy="1200"/>
            </a:xfrm>
          </p:grpSpPr>
          <p:sp>
            <p:nvSpPr>
              <p:cNvPr id="1157" name="Google Shape;1157;p40"/>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58" name="Google Shape;1158;p40"/>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59" name="Google Shape;1159;p40"/>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0" name="Google Shape;1160;p40"/>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1" name="Google Shape;1161;p40"/>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2" name="Google Shape;1162;p40"/>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3" name="Google Shape;1163;p40"/>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4" name="Google Shape;1164;p40"/>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5" name="Google Shape;1165;p40"/>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6" name="Google Shape;1166;p40"/>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67" name="Google Shape;1167;p40"/>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168" name="Google Shape;1168;p40"/>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169" name="Google Shape;1169;p40"/>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170" name="Google Shape;1170;p40"/>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171" name="Google Shape;1171;p40"/>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172" name="Google Shape;1172;p40"/>
          <p:cNvGrpSpPr/>
          <p:nvPr/>
        </p:nvGrpSpPr>
        <p:grpSpPr>
          <a:xfrm>
            <a:off x="5334000" y="304800"/>
            <a:ext cx="762000" cy="2016125"/>
            <a:chOff x="480" y="650"/>
            <a:chExt cx="480" cy="1270"/>
          </a:xfrm>
        </p:grpSpPr>
        <p:grpSp>
          <p:nvGrpSpPr>
            <p:cNvPr id="1173" name="Google Shape;1173;p40"/>
            <p:cNvGrpSpPr/>
            <p:nvPr/>
          </p:nvGrpSpPr>
          <p:grpSpPr>
            <a:xfrm>
              <a:off x="480" y="672"/>
              <a:ext cx="480" cy="1200"/>
              <a:chOff x="480" y="672"/>
              <a:chExt cx="480" cy="1200"/>
            </a:xfrm>
          </p:grpSpPr>
          <p:sp>
            <p:nvSpPr>
              <p:cNvPr id="1174" name="Google Shape;1174;p40"/>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75" name="Google Shape;1175;p40"/>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76" name="Google Shape;1176;p40"/>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77" name="Google Shape;1177;p40"/>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78" name="Google Shape;1178;p40"/>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79" name="Google Shape;1179;p40"/>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80" name="Google Shape;1180;p40"/>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81" name="Google Shape;1181;p40"/>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82" name="Google Shape;1182;p40"/>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83" name="Google Shape;1183;p40"/>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84" name="Google Shape;1184;p40"/>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185" name="Google Shape;1185;p40"/>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186" name="Google Shape;1186;p40"/>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187" name="Google Shape;1187;p40"/>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188" name="Google Shape;1188;p40"/>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189" name="Google Shape;1189;p40"/>
          <p:cNvGrpSpPr/>
          <p:nvPr/>
        </p:nvGrpSpPr>
        <p:grpSpPr>
          <a:xfrm>
            <a:off x="1905000" y="4114800"/>
            <a:ext cx="762000" cy="2016125"/>
            <a:chOff x="480" y="650"/>
            <a:chExt cx="480" cy="1270"/>
          </a:xfrm>
        </p:grpSpPr>
        <p:grpSp>
          <p:nvGrpSpPr>
            <p:cNvPr id="1190" name="Google Shape;1190;p40"/>
            <p:cNvGrpSpPr/>
            <p:nvPr/>
          </p:nvGrpSpPr>
          <p:grpSpPr>
            <a:xfrm>
              <a:off x="480" y="672"/>
              <a:ext cx="480" cy="1200"/>
              <a:chOff x="480" y="672"/>
              <a:chExt cx="480" cy="1200"/>
            </a:xfrm>
          </p:grpSpPr>
          <p:sp>
            <p:nvSpPr>
              <p:cNvPr id="1191" name="Google Shape;1191;p40"/>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2" name="Google Shape;1192;p40"/>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3" name="Google Shape;1193;p40"/>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4" name="Google Shape;1194;p40"/>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5" name="Google Shape;1195;p40"/>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6" name="Google Shape;1196;p40"/>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7" name="Google Shape;1197;p40"/>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8" name="Google Shape;1198;p40"/>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9" name="Google Shape;1199;p40"/>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00" name="Google Shape;1200;p40"/>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201" name="Google Shape;1201;p40"/>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202" name="Google Shape;1202;p40"/>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203" name="Google Shape;1203;p40"/>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204" name="Google Shape;1204;p40"/>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205" name="Google Shape;1205;p40"/>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206" name="Google Shape;1206;p40"/>
          <p:cNvGrpSpPr/>
          <p:nvPr/>
        </p:nvGrpSpPr>
        <p:grpSpPr>
          <a:xfrm>
            <a:off x="7315200" y="2057400"/>
            <a:ext cx="762000" cy="2016125"/>
            <a:chOff x="480" y="650"/>
            <a:chExt cx="480" cy="1270"/>
          </a:xfrm>
        </p:grpSpPr>
        <p:grpSp>
          <p:nvGrpSpPr>
            <p:cNvPr id="1207" name="Google Shape;1207;p40"/>
            <p:cNvGrpSpPr/>
            <p:nvPr/>
          </p:nvGrpSpPr>
          <p:grpSpPr>
            <a:xfrm>
              <a:off x="480" y="672"/>
              <a:ext cx="480" cy="1200"/>
              <a:chOff x="480" y="672"/>
              <a:chExt cx="480" cy="1200"/>
            </a:xfrm>
          </p:grpSpPr>
          <p:sp>
            <p:nvSpPr>
              <p:cNvPr id="1208" name="Google Shape;1208;p40"/>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09" name="Google Shape;1209;p40"/>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0" name="Google Shape;1210;p40"/>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1" name="Google Shape;1211;p40"/>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2" name="Google Shape;1212;p40"/>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3" name="Google Shape;1213;p40"/>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4" name="Google Shape;1214;p40"/>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5" name="Google Shape;1215;p40"/>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6" name="Google Shape;1216;p40"/>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7" name="Google Shape;1217;p40"/>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218" name="Google Shape;1218;p40"/>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219" name="Google Shape;1219;p40"/>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220" name="Google Shape;1220;p40"/>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221" name="Google Shape;1221;p40"/>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222" name="Google Shape;1222;p40"/>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1223" name="Google Shape;1223;p40"/>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224" name="Google Shape;1224;p40"/>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225" name="Google Shape;1225;p40"/>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226" name="Google Shape;1226;p40"/>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227" name="Google Shape;1227;p40"/>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228" name="Google Shape;1228;p40"/>
          <p:cNvSpPr txBox="1"/>
          <p:nvPr/>
        </p:nvSpPr>
        <p:spPr>
          <a:xfrm>
            <a:off x="2270125" y="103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1229" name="Google Shape;1229;p40"/>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230" name="Google Shape;1230;p40"/>
          <p:cNvSpPr txBox="1"/>
          <p:nvPr/>
        </p:nvSpPr>
        <p:spPr>
          <a:xfrm>
            <a:off x="2270125" y="4156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1231" name="Google Shape;1231;p40"/>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232" name="Google Shape;1232;p40"/>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233" name="Google Shape;1233;p40"/>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234" name="Google Shape;1234;p40"/>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235" name="Google Shape;1235;p40"/>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236" name="Google Shape;1236;p40"/>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237" name="Google Shape;1237;p40"/>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238" name="Google Shape;1238;p40"/>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239" name="Google Shape;1239;p40"/>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240" name="Google Shape;1240;p40"/>
          <p:cNvSpPr txBox="1"/>
          <p:nvPr/>
        </p:nvSpPr>
        <p:spPr>
          <a:xfrm>
            <a:off x="2209800" y="52578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1241" name="Google Shape;1241;p40"/>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242" name="Google Shape;1242;p40"/>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243" name="Google Shape;1243;p40"/>
          <p:cNvSpPr txBox="1"/>
          <p:nvPr/>
        </p:nvSpPr>
        <p:spPr>
          <a:xfrm>
            <a:off x="5699125" y="650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1244" name="Google Shape;1244;p40"/>
          <p:cNvSpPr txBox="1"/>
          <p:nvPr/>
        </p:nvSpPr>
        <p:spPr>
          <a:xfrm>
            <a:off x="2270125" y="484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a:t>
            </a:r>
            <a:endParaRPr sz="2400">
              <a:solidFill>
                <a:srgbClr val="FF0000"/>
              </a:solidFill>
              <a:latin typeface="Times New Roman"/>
              <a:ea typeface="Times New Roman"/>
              <a:cs typeface="Times New Roman"/>
              <a:sym typeface="Times New Roman"/>
            </a:endParaRPr>
          </a:p>
        </p:txBody>
      </p:sp>
      <p:sp>
        <p:nvSpPr>
          <p:cNvPr id="1245" name="Google Shape;1245;p40"/>
          <p:cNvSpPr txBox="1"/>
          <p:nvPr/>
        </p:nvSpPr>
        <p:spPr>
          <a:xfrm>
            <a:off x="2270125" y="5603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1246" name="Google Shape;1246;p40"/>
          <p:cNvSpPr txBox="1"/>
          <p:nvPr/>
        </p:nvSpPr>
        <p:spPr>
          <a:xfrm>
            <a:off x="5699125" y="4689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a:t>
            </a:r>
            <a:endParaRPr sz="2400">
              <a:solidFill>
                <a:srgbClr val="FF0000"/>
              </a:solidFill>
              <a:latin typeface="Times New Roman"/>
              <a:ea typeface="Times New Roman"/>
              <a:cs typeface="Times New Roman"/>
              <a:sym typeface="Times New Roman"/>
            </a:endParaRPr>
          </a:p>
        </p:txBody>
      </p:sp>
      <p:sp>
        <p:nvSpPr>
          <p:cNvPr id="1247" name="Google Shape;1247;p40"/>
          <p:cNvSpPr txBox="1"/>
          <p:nvPr/>
        </p:nvSpPr>
        <p:spPr>
          <a:xfrm>
            <a:off x="7680325" y="24796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cxnSp>
        <p:nvCxnSpPr>
          <p:cNvPr id="1248" name="Google Shape;1248;p40"/>
          <p:cNvCxnSpPr/>
          <p:nvPr/>
        </p:nvCxnSpPr>
        <p:spPr>
          <a:xfrm>
            <a:off x="3429000" y="3962400"/>
            <a:ext cx="1371600" cy="0"/>
          </a:xfrm>
          <a:prstGeom prst="straightConnector1">
            <a:avLst/>
          </a:prstGeom>
          <a:noFill/>
          <a:ln cap="flat" cmpd="sng" w="9525">
            <a:solidFill>
              <a:schemeClr val="dk1"/>
            </a:solidFill>
            <a:prstDash val="solid"/>
            <a:round/>
            <a:headEnd len="med" w="med" type="none"/>
            <a:tailEnd len="med" w="med" type="none"/>
          </a:ln>
        </p:spPr>
      </p:cxnSp>
      <p:sp>
        <p:nvSpPr>
          <p:cNvPr id="1249" name="Google Shape;1249;p40"/>
          <p:cNvSpPr txBox="1"/>
          <p:nvPr/>
        </p:nvSpPr>
        <p:spPr>
          <a:xfrm>
            <a:off x="3870325" y="4003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250" name="Google Shape;1250;p40"/>
          <p:cNvSpPr txBox="1"/>
          <p:nvPr/>
        </p:nvSpPr>
        <p:spPr>
          <a:xfrm>
            <a:off x="6765925" y="4486275"/>
            <a:ext cx="1565275" cy="13731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Direct</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endpoints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know</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grpSp>
        <p:nvGrpSpPr>
          <p:cNvPr id="1255" name="Google Shape;1255;p41"/>
          <p:cNvGrpSpPr/>
          <p:nvPr/>
        </p:nvGrpSpPr>
        <p:grpSpPr>
          <a:xfrm>
            <a:off x="2514600" y="1905000"/>
            <a:ext cx="4570413" cy="2724150"/>
            <a:chOff x="1574" y="1020"/>
            <a:chExt cx="2879" cy="1709"/>
          </a:xfrm>
        </p:grpSpPr>
        <p:sp>
          <p:nvSpPr>
            <p:cNvPr id="1256" name="Google Shape;1256;p41"/>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7" name="Google Shape;1257;p41"/>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8" name="Google Shape;1258;p41"/>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9" name="Google Shape;1259;p41"/>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0" name="Google Shape;1260;p41"/>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261" name="Google Shape;1261;p41"/>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1262" name="Google Shape;1262;p41"/>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263" name="Google Shape;1263;p41"/>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264" name="Google Shape;1264;p41"/>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1265" name="Google Shape;1265;p41"/>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1266" name="Google Shape;1266;p41"/>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267" name="Google Shape;1267;p41"/>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1268" name="Google Shape;1268;p41"/>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269" name="Google Shape;1269;p41"/>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270" name="Google Shape;1270;p41"/>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271" name="Google Shape;1271;p41"/>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1272" name="Google Shape;1272;p41"/>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1273" name="Google Shape;1273;p41"/>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1274" name="Google Shape;1274;p41"/>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1275" name="Google Shape;1275;p41"/>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1276" name="Google Shape;1276;p41"/>
          <p:cNvGrpSpPr/>
          <p:nvPr/>
        </p:nvGrpSpPr>
        <p:grpSpPr>
          <a:xfrm>
            <a:off x="1905000" y="685800"/>
            <a:ext cx="762000" cy="2016125"/>
            <a:chOff x="480" y="650"/>
            <a:chExt cx="480" cy="1270"/>
          </a:xfrm>
        </p:grpSpPr>
        <p:grpSp>
          <p:nvGrpSpPr>
            <p:cNvPr id="1277" name="Google Shape;1277;p41"/>
            <p:cNvGrpSpPr/>
            <p:nvPr/>
          </p:nvGrpSpPr>
          <p:grpSpPr>
            <a:xfrm>
              <a:off x="480" y="672"/>
              <a:ext cx="480" cy="1200"/>
              <a:chOff x="480" y="672"/>
              <a:chExt cx="480" cy="1200"/>
            </a:xfrm>
          </p:grpSpPr>
          <p:sp>
            <p:nvSpPr>
              <p:cNvPr id="1278" name="Google Shape;1278;p41"/>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9" name="Google Shape;1279;p41"/>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0" name="Google Shape;1280;p41"/>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1" name="Google Shape;1281;p41"/>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2" name="Google Shape;1282;p41"/>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3" name="Google Shape;1283;p41"/>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4" name="Google Shape;1284;p41"/>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5" name="Google Shape;1285;p41"/>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6" name="Google Shape;1286;p41"/>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7" name="Google Shape;1287;p41"/>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288" name="Google Shape;1288;p41"/>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289" name="Google Shape;1289;p41"/>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290" name="Google Shape;1290;p41"/>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291" name="Google Shape;1291;p41"/>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292" name="Google Shape;1292;p41"/>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293" name="Google Shape;1293;p41"/>
          <p:cNvGrpSpPr/>
          <p:nvPr/>
        </p:nvGrpSpPr>
        <p:grpSpPr>
          <a:xfrm>
            <a:off x="5334000" y="4267200"/>
            <a:ext cx="762000" cy="2016125"/>
            <a:chOff x="480" y="650"/>
            <a:chExt cx="480" cy="1270"/>
          </a:xfrm>
        </p:grpSpPr>
        <p:grpSp>
          <p:nvGrpSpPr>
            <p:cNvPr id="1294" name="Google Shape;1294;p41"/>
            <p:cNvGrpSpPr/>
            <p:nvPr/>
          </p:nvGrpSpPr>
          <p:grpSpPr>
            <a:xfrm>
              <a:off x="480" y="672"/>
              <a:ext cx="480" cy="1200"/>
              <a:chOff x="480" y="672"/>
              <a:chExt cx="480" cy="1200"/>
            </a:xfrm>
          </p:grpSpPr>
          <p:sp>
            <p:nvSpPr>
              <p:cNvPr id="1295" name="Google Shape;1295;p41"/>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6" name="Google Shape;1296;p41"/>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7" name="Google Shape;1297;p41"/>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8" name="Google Shape;1298;p41"/>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9" name="Google Shape;1299;p41"/>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0" name="Google Shape;1300;p41"/>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1" name="Google Shape;1301;p41"/>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2" name="Google Shape;1302;p41"/>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3" name="Google Shape;1303;p41"/>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4" name="Google Shape;1304;p41"/>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05" name="Google Shape;1305;p41"/>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306" name="Google Shape;1306;p41"/>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307" name="Google Shape;1307;p41"/>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308" name="Google Shape;1308;p41"/>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309" name="Google Shape;1309;p41"/>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310" name="Google Shape;1310;p41"/>
          <p:cNvGrpSpPr/>
          <p:nvPr/>
        </p:nvGrpSpPr>
        <p:grpSpPr>
          <a:xfrm>
            <a:off x="5334000" y="304800"/>
            <a:ext cx="762000" cy="2016125"/>
            <a:chOff x="480" y="650"/>
            <a:chExt cx="480" cy="1270"/>
          </a:xfrm>
        </p:grpSpPr>
        <p:grpSp>
          <p:nvGrpSpPr>
            <p:cNvPr id="1311" name="Google Shape;1311;p41"/>
            <p:cNvGrpSpPr/>
            <p:nvPr/>
          </p:nvGrpSpPr>
          <p:grpSpPr>
            <a:xfrm>
              <a:off x="480" y="672"/>
              <a:ext cx="480" cy="1200"/>
              <a:chOff x="480" y="672"/>
              <a:chExt cx="480" cy="1200"/>
            </a:xfrm>
          </p:grpSpPr>
          <p:sp>
            <p:nvSpPr>
              <p:cNvPr id="1312" name="Google Shape;1312;p41"/>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3" name="Google Shape;1313;p41"/>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4" name="Google Shape;1314;p41"/>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5" name="Google Shape;1315;p41"/>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6" name="Google Shape;1316;p41"/>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7" name="Google Shape;1317;p41"/>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8" name="Google Shape;1318;p41"/>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9" name="Google Shape;1319;p41"/>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0" name="Google Shape;1320;p41"/>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1" name="Google Shape;1321;p41"/>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22" name="Google Shape;1322;p41"/>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323" name="Google Shape;1323;p41"/>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324" name="Google Shape;1324;p41"/>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325" name="Google Shape;1325;p41"/>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326" name="Google Shape;1326;p41"/>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327" name="Google Shape;1327;p41"/>
          <p:cNvGrpSpPr/>
          <p:nvPr/>
        </p:nvGrpSpPr>
        <p:grpSpPr>
          <a:xfrm>
            <a:off x="1905000" y="4114800"/>
            <a:ext cx="762000" cy="2016125"/>
            <a:chOff x="480" y="650"/>
            <a:chExt cx="480" cy="1270"/>
          </a:xfrm>
        </p:grpSpPr>
        <p:grpSp>
          <p:nvGrpSpPr>
            <p:cNvPr id="1328" name="Google Shape;1328;p41"/>
            <p:cNvGrpSpPr/>
            <p:nvPr/>
          </p:nvGrpSpPr>
          <p:grpSpPr>
            <a:xfrm>
              <a:off x="480" y="672"/>
              <a:ext cx="480" cy="1200"/>
              <a:chOff x="480" y="672"/>
              <a:chExt cx="480" cy="1200"/>
            </a:xfrm>
          </p:grpSpPr>
          <p:sp>
            <p:nvSpPr>
              <p:cNvPr id="1329" name="Google Shape;1329;p41"/>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0" name="Google Shape;1330;p41"/>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1" name="Google Shape;1331;p41"/>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2" name="Google Shape;1332;p41"/>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3" name="Google Shape;1333;p41"/>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4" name="Google Shape;1334;p41"/>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5" name="Google Shape;1335;p41"/>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6" name="Google Shape;1336;p41"/>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7" name="Google Shape;1337;p41"/>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8" name="Google Shape;1338;p41"/>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39" name="Google Shape;1339;p41"/>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340" name="Google Shape;1340;p41"/>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341" name="Google Shape;1341;p41"/>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342" name="Google Shape;1342;p41"/>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343" name="Google Shape;1343;p41"/>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344" name="Google Shape;1344;p41"/>
          <p:cNvGrpSpPr/>
          <p:nvPr/>
        </p:nvGrpSpPr>
        <p:grpSpPr>
          <a:xfrm>
            <a:off x="7315200" y="2057400"/>
            <a:ext cx="762000" cy="2016125"/>
            <a:chOff x="480" y="650"/>
            <a:chExt cx="480" cy="1270"/>
          </a:xfrm>
        </p:grpSpPr>
        <p:grpSp>
          <p:nvGrpSpPr>
            <p:cNvPr id="1345" name="Google Shape;1345;p41"/>
            <p:cNvGrpSpPr/>
            <p:nvPr/>
          </p:nvGrpSpPr>
          <p:grpSpPr>
            <a:xfrm>
              <a:off x="480" y="672"/>
              <a:ext cx="480" cy="1200"/>
              <a:chOff x="480" y="672"/>
              <a:chExt cx="480" cy="1200"/>
            </a:xfrm>
          </p:grpSpPr>
          <p:sp>
            <p:nvSpPr>
              <p:cNvPr id="1346" name="Google Shape;1346;p41"/>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7" name="Google Shape;1347;p41"/>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8" name="Google Shape;1348;p41"/>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9" name="Google Shape;1349;p41"/>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0" name="Google Shape;1350;p41"/>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1" name="Google Shape;1351;p41"/>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2" name="Google Shape;1352;p41"/>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3" name="Google Shape;1353;p41"/>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4" name="Google Shape;1354;p41"/>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5" name="Google Shape;1355;p41"/>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56" name="Google Shape;1356;p41"/>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357" name="Google Shape;1357;p41"/>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358" name="Google Shape;1358;p41"/>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359" name="Google Shape;1359;p41"/>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360" name="Google Shape;1360;p41"/>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1361" name="Google Shape;1361;p41"/>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362" name="Google Shape;1362;p41"/>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363" name="Google Shape;1363;p41"/>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364" name="Google Shape;1364;p41"/>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365" name="Google Shape;1365;p41"/>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366" name="Google Shape;1366;p41"/>
          <p:cNvSpPr txBox="1"/>
          <p:nvPr/>
        </p:nvSpPr>
        <p:spPr>
          <a:xfrm>
            <a:off x="2270125" y="103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1367" name="Google Shape;1367;p41"/>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368" name="Google Shape;1368;p41"/>
          <p:cNvSpPr txBox="1"/>
          <p:nvPr/>
        </p:nvSpPr>
        <p:spPr>
          <a:xfrm>
            <a:off x="2270125" y="415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4</a:t>
            </a:r>
            <a:endParaRPr sz="2400">
              <a:solidFill>
                <a:srgbClr val="FF0000"/>
              </a:solidFill>
              <a:latin typeface="Times New Roman"/>
              <a:ea typeface="Times New Roman"/>
              <a:cs typeface="Times New Roman"/>
              <a:sym typeface="Times New Roman"/>
            </a:endParaRPr>
          </a:p>
        </p:txBody>
      </p:sp>
      <p:sp>
        <p:nvSpPr>
          <p:cNvPr id="1369" name="Google Shape;1369;p41"/>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370" name="Google Shape;1370;p41"/>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371" name="Google Shape;1371;p41"/>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372" name="Google Shape;1372;p41"/>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373" name="Google Shape;1373;p41"/>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374" name="Google Shape;1374;p41"/>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375" name="Google Shape;1375;p41"/>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376" name="Google Shape;1376;p41"/>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377" name="Google Shape;1377;p41"/>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378" name="Google Shape;1378;p41"/>
          <p:cNvSpPr txBox="1"/>
          <p:nvPr/>
        </p:nvSpPr>
        <p:spPr>
          <a:xfrm>
            <a:off x="2209800" y="52578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3</a:t>
            </a:r>
            <a:endParaRPr sz="2400">
              <a:solidFill>
                <a:srgbClr val="FF0000"/>
              </a:solidFill>
              <a:latin typeface="Times New Roman"/>
              <a:ea typeface="Times New Roman"/>
              <a:cs typeface="Times New Roman"/>
              <a:sym typeface="Times New Roman"/>
            </a:endParaRPr>
          </a:p>
        </p:txBody>
      </p:sp>
      <p:sp>
        <p:nvSpPr>
          <p:cNvPr id="1379" name="Google Shape;1379;p41"/>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380" name="Google Shape;1380;p41"/>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381" name="Google Shape;1381;p41"/>
          <p:cNvSpPr txBox="1"/>
          <p:nvPr/>
        </p:nvSpPr>
        <p:spPr>
          <a:xfrm>
            <a:off x="56991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3</a:t>
            </a:r>
            <a:endParaRPr sz="2400">
              <a:solidFill>
                <a:srgbClr val="FF0000"/>
              </a:solidFill>
              <a:latin typeface="Times New Roman"/>
              <a:ea typeface="Times New Roman"/>
              <a:cs typeface="Times New Roman"/>
              <a:sym typeface="Times New Roman"/>
            </a:endParaRPr>
          </a:p>
        </p:txBody>
      </p:sp>
      <p:sp>
        <p:nvSpPr>
          <p:cNvPr id="1382" name="Google Shape;1382;p41"/>
          <p:cNvSpPr txBox="1"/>
          <p:nvPr/>
        </p:nvSpPr>
        <p:spPr>
          <a:xfrm>
            <a:off x="2270125" y="484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383" name="Google Shape;1383;p41"/>
          <p:cNvSpPr txBox="1"/>
          <p:nvPr/>
        </p:nvSpPr>
        <p:spPr>
          <a:xfrm>
            <a:off x="2270125" y="560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3</a:t>
            </a:r>
            <a:endParaRPr sz="2400">
              <a:solidFill>
                <a:srgbClr val="FF0000"/>
              </a:solidFill>
              <a:latin typeface="Times New Roman"/>
              <a:ea typeface="Times New Roman"/>
              <a:cs typeface="Times New Roman"/>
              <a:sym typeface="Times New Roman"/>
            </a:endParaRPr>
          </a:p>
        </p:txBody>
      </p:sp>
      <p:sp>
        <p:nvSpPr>
          <p:cNvPr id="1384" name="Google Shape;1384;p41"/>
          <p:cNvSpPr txBox="1"/>
          <p:nvPr/>
        </p:nvSpPr>
        <p:spPr>
          <a:xfrm>
            <a:off x="5699125" y="4689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385" name="Google Shape;1385;p41"/>
          <p:cNvSpPr txBox="1"/>
          <p:nvPr/>
        </p:nvSpPr>
        <p:spPr>
          <a:xfrm>
            <a:off x="7680325" y="2479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3</a:t>
            </a:r>
            <a:endParaRPr sz="2400">
              <a:solidFill>
                <a:srgbClr val="FF0000"/>
              </a:solidFill>
              <a:latin typeface="Times New Roman"/>
              <a:ea typeface="Times New Roman"/>
              <a:cs typeface="Times New Roman"/>
              <a:sym typeface="Times New Roman"/>
            </a:endParaRPr>
          </a:p>
        </p:txBody>
      </p:sp>
      <p:cxnSp>
        <p:nvCxnSpPr>
          <p:cNvPr id="1386" name="Google Shape;1386;p41"/>
          <p:cNvCxnSpPr/>
          <p:nvPr/>
        </p:nvCxnSpPr>
        <p:spPr>
          <a:xfrm>
            <a:off x="3429000" y="3962400"/>
            <a:ext cx="1371600" cy="0"/>
          </a:xfrm>
          <a:prstGeom prst="straightConnector1">
            <a:avLst/>
          </a:prstGeom>
          <a:noFill/>
          <a:ln cap="flat" cmpd="sng" w="9525">
            <a:solidFill>
              <a:schemeClr val="dk1"/>
            </a:solidFill>
            <a:prstDash val="solid"/>
            <a:round/>
            <a:headEnd len="med" w="med" type="none"/>
            <a:tailEnd len="med" w="med" type="none"/>
          </a:ln>
        </p:spPr>
      </p:cxnSp>
      <p:sp>
        <p:nvSpPr>
          <p:cNvPr id="1387" name="Google Shape;1387;p41"/>
          <p:cNvSpPr txBox="1"/>
          <p:nvPr/>
        </p:nvSpPr>
        <p:spPr>
          <a:xfrm>
            <a:off x="3870325" y="4003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388" name="Google Shape;1388;p41"/>
          <p:cNvSpPr txBox="1"/>
          <p:nvPr/>
        </p:nvSpPr>
        <p:spPr>
          <a:xfrm>
            <a:off x="6689725" y="4410075"/>
            <a:ext cx="1843088"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Neighbours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know</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grpSp>
        <p:nvGrpSpPr>
          <p:cNvPr id="1393" name="Google Shape;1393;p42"/>
          <p:cNvGrpSpPr/>
          <p:nvPr/>
        </p:nvGrpSpPr>
        <p:grpSpPr>
          <a:xfrm>
            <a:off x="2514600" y="1905000"/>
            <a:ext cx="4570413" cy="2724150"/>
            <a:chOff x="1574" y="1020"/>
            <a:chExt cx="2879" cy="1709"/>
          </a:xfrm>
        </p:grpSpPr>
        <p:sp>
          <p:nvSpPr>
            <p:cNvPr id="1394" name="Google Shape;1394;p42"/>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5" name="Google Shape;1395;p42"/>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6" name="Google Shape;1396;p42"/>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7" name="Google Shape;1397;p42"/>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8" name="Google Shape;1398;p42"/>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399" name="Google Shape;1399;p42"/>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1400" name="Google Shape;1400;p42"/>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401" name="Google Shape;1401;p42"/>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402" name="Google Shape;1402;p42"/>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1403" name="Google Shape;1403;p42"/>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1404" name="Google Shape;1404;p42"/>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405" name="Google Shape;1405;p42"/>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1406" name="Google Shape;1406;p42"/>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407" name="Google Shape;1407;p42"/>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408" name="Google Shape;1408;p42"/>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409" name="Google Shape;1409;p42"/>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1410" name="Google Shape;1410;p42"/>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1411" name="Google Shape;1411;p42"/>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1412" name="Google Shape;1412;p42"/>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1413" name="Google Shape;1413;p42"/>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1414" name="Google Shape;1414;p42"/>
          <p:cNvGrpSpPr/>
          <p:nvPr/>
        </p:nvGrpSpPr>
        <p:grpSpPr>
          <a:xfrm>
            <a:off x="1905000" y="685800"/>
            <a:ext cx="762000" cy="2016125"/>
            <a:chOff x="480" y="650"/>
            <a:chExt cx="480" cy="1270"/>
          </a:xfrm>
        </p:grpSpPr>
        <p:grpSp>
          <p:nvGrpSpPr>
            <p:cNvPr id="1415" name="Google Shape;1415;p42"/>
            <p:cNvGrpSpPr/>
            <p:nvPr/>
          </p:nvGrpSpPr>
          <p:grpSpPr>
            <a:xfrm>
              <a:off x="480" y="672"/>
              <a:ext cx="480" cy="1200"/>
              <a:chOff x="480" y="672"/>
              <a:chExt cx="480" cy="1200"/>
            </a:xfrm>
          </p:grpSpPr>
          <p:sp>
            <p:nvSpPr>
              <p:cNvPr id="1416" name="Google Shape;1416;p42"/>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17" name="Google Shape;1417;p42"/>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18" name="Google Shape;1418;p42"/>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19" name="Google Shape;1419;p42"/>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0" name="Google Shape;1420;p42"/>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1" name="Google Shape;1421;p42"/>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2" name="Google Shape;1422;p42"/>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3" name="Google Shape;1423;p42"/>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4" name="Google Shape;1424;p42"/>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5" name="Google Shape;1425;p42"/>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426" name="Google Shape;1426;p42"/>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427" name="Google Shape;1427;p42"/>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428" name="Google Shape;1428;p42"/>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429" name="Google Shape;1429;p42"/>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430" name="Google Shape;1430;p42"/>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431" name="Google Shape;1431;p42"/>
          <p:cNvGrpSpPr/>
          <p:nvPr/>
        </p:nvGrpSpPr>
        <p:grpSpPr>
          <a:xfrm>
            <a:off x="5334000" y="4267200"/>
            <a:ext cx="762000" cy="2016125"/>
            <a:chOff x="480" y="650"/>
            <a:chExt cx="480" cy="1270"/>
          </a:xfrm>
        </p:grpSpPr>
        <p:grpSp>
          <p:nvGrpSpPr>
            <p:cNvPr id="1432" name="Google Shape;1432;p42"/>
            <p:cNvGrpSpPr/>
            <p:nvPr/>
          </p:nvGrpSpPr>
          <p:grpSpPr>
            <a:xfrm>
              <a:off x="480" y="672"/>
              <a:ext cx="480" cy="1200"/>
              <a:chOff x="480" y="672"/>
              <a:chExt cx="480" cy="1200"/>
            </a:xfrm>
          </p:grpSpPr>
          <p:sp>
            <p:nvSpPr>
              <p:cNvPr id="1433" name="Google Shape;1433;p42"/>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4" name="Google Shape;1434;p42"/>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5" name="Google Shape;1435;p42"/>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6" name="Google Shape;1436;p42"/>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7" name="Google Shape;1437;p42"/>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8" name="Google Shape;1438;p42"/>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9" name="Google Shape;1439;p42"/>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40" name="Google Shape;1440;p42"/>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41" name="Google Shape;1441;p42"/>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42" name="Google Shape;1442;p42"/>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443" name="Google Shape;1443;p42"/>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444" name="Google Shape;1444;p42"/>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445" name="Google Shape;1445;p42"/>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446" name="Google Shape;1446;p42"/>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447" name="Google Shape;1447;p42"/>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448" name="Google Shape;1448;p42"/>
          <p:cNvGrpSpPr/>
          <p:nvPr/>
        </p:nvGrpSpPr>
        <p:grpSpPr>
          <a:xfrm>
            <a:off x="5334000" y="304800"/>
            <a:ext cx="762000" cy="2016125"/>
            <a:chOff x="480" y="650"/>
            <a:chExt cx="480" cy="1270"/>
          </a:xfrm>
        </p:grpSpPr>
        <p:grpSp>
          <p:nvGrpSpPr>
            <p:cNvPr id="1449" name="Google Shape;1449;p42"/>
            <p:cNvGrpSpPr/>
            <p:nvPr/>
          </p:nvGrpSpPr>
          <p:grpSpPr>
            <a:xfrm>
              <a:off x="480" y="672"/>
              <a:ext cx="480" cy="1200"/>
              <a:chOff x="480" y="672"/>
              <a:chExt cx="480" cy="1200"/>
            </a:xfrm>
          </p:grpSpPr>
          <p:sp>
            <p:nvSpPr>
              <p:cNvPr id="1450" name="Google Shape;1450;p42"/>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1" name="Google Shape;1451;p42"/>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2" name="Google Shape;1452;p42"/>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3" name="Google Shape;1453;p42"/>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4" name="Google Shape;1454;p42"/>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5" name="Google Shape;1455;p42"/>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6" name="Google Shape;1456;p42"/>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7" name="Google Shape;1457;p42"/>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8" name="Google Shape;1458;p42"/>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9" name="Google Shape;1459;p42"/>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460" name="Google Shape;1460;p42"/>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461" name="Google Shape;1461;p42"/>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462" name="Google Shape;1462;p42"/>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463" name="Google Shape;1463;p42"/>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464" name="Google Shape;1464;p42"/>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465" name="Google Shape;1465;p42"/>
          <p:cNvGrpSpPr/>
          <p:nvPr/>
        </p:nvGrpSpPr>
        <p:grpSpPr>
          <a:xfrm>
            <a:off x="1905000" y="4114800"/>
            <a:ext cx="762000" cy="2016125"/>
            <a:chOff x="480" y="650"/>
            <a:chExt cx="480" cy="1270"/>
          </a:xfrm>
        </p:grpSpPr>
        <p:grpSp>
          <p:nvGrpSpPr>
            <p:cNvPr id="1466" name="Google Shape;1466;p42"/>
            <p:cNvGrpSpPr/>
            <p:nvPr/>
          </p:nvGrpSpPr>
          <p:grpSpPr>
            <a:xfrm>
              <a:off x="480" y="672"/>
              <a:ext cx="480" cy="1200"/>
              <a:chOff x="480" y="672"/>
              <a:chExt cx="480" cy="1200"/>
            </a:xfrm>
          </p:grpSpPr>
          <p:sp>
            <p:nvSpPr>
              <p:cNvPr id="1467" name="Google Shape;1467;p42"/>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8" name="Google Shape;1468;p42"/>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9" name="Google Shape;1469;p42"/>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0" name="Google Shape;1470;p42"/>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1" name="Google Shape;1471;p42"/>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2" name="Google Shape;1472;p42"/>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3" name="Google Shape;1473;p42"/>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4" name="Google Shape;1474;p42"/>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5" name="Google Shape;1475;p42"/>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6" name="Google Shape;1476;p42"/>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477" name="Google Shape;1477;p42"/>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478" name="Google Shape;1478;p42"/>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479" name="Google Shape;1479;p42"/>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480" name="Google Shape;1480;p42"/>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481" name="Google Shape;1481;p42"/>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482" name="Google Shape;1482;p42"/>
          <p:cNvGrpSpPr/>
          <p:nvPr/>
        </p:nvGrpSpPr>
        <p:grpSpPr>
          <a:xfrm>
            <a:off x="7315200" y="2057400"/>
            <a:ext cx="762000" cy="2016125"/>
            <a:chOff x="480" y="650"/>
            <a:chExt cx="480" cy="1270"/>
          </a:xfrm>
        </p:grpSpPr>
        <p:grpSp>
          <p:nvGrpSpPr>
            <p:cNvPr id="1483" name="Google Shape;1483;p42"/>
            <p:cNvGrpSpPr/>
            <p:nvPr/>
          </p:nvGrpSpPr>
          <p:grpSpPr>
            <a:xfrm>
              <a:off x="480" y="672"/>
              <a:ext cx="480" cy="1200"/>
              <a:chOff x="480" y="672"/>
              <a:chExt cx="480" cy="1200"/>
            </a:xfrm>
          </p:grpSpPr>
          <p:sp>
            <p:nvSpPr>
              <p:cNvPr id="1484" name="Google Shape;1484;p42"/>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5" name="Google Shape;1485;p42"/>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6" name="Google Shape;1486;p42"/>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7" name="Google Shape;1487;p42"/>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8" name="Google Shape;1488;p42"/>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9" name="Google Shape;1489;p42"/>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0" name="Google Shape;1490;p42"/>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1" name="Google Shape;1491;p42"/>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2" name="Google Shape;1492;p42"/>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3" name="Google Shape;1493;p42"/>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494" name="Google Shape;1494;p42"/>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495" name="Google Shape;1495;p42"/>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496" name="Google Shape;1496;p42"/>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497" name="Google Shape;1497;p42"/>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498" name="Google Shape;1498;p42"/>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1499" name="Google Shape;1499;p42"/>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500" name="Google Shape;1500;p42"/>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501" name="Google Shape;1501;p42"/>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502" name="Google Shape;1502;p42"/>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503" name="Google Shape;1503;p42"/>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504" name="Google Shape;1504;p42"/>
          <p:cNvSpPr txBox="1"/>
          <p:nvPr/>
        </p:nvSpPr>
        <p:spPr>
          <a:xfrm>
            <a:off x="2270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4</a:t>
            </a:r>
            <a:endParaRPr sz="2400">
              <a:solidFill>
                <a:srgbClr val="FF0000"/>
              </a:solidFill>
              <a:latin typeface="Times New Roman"/>
              <a:ea typeface="Times New Roman"/>
              <a:cs typeface="Times New Roman"/>
              <a:sym typeface="Times New Roman"/>
            </a:endParaRPr>
          </a:p>
        </p:txBody>
      </p:sp>
      <p:sp>
        <p:nvSpPr>
          <p:cNvPr id="1505" name="Google Shape;1505;p42"/>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506" name="Google Shape;1506;p42"/>
          <p:cNvSpPr txBox="1"/>
          <p:nvPr/>
        </p:nvSpPr>
        <p:spPr>
          <a:xfrm>
            <a:off x="2270125" y="415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p:txBody>
      </p:sp>
      <p:sp>
        <p:nvSpPr>
          <p:cNvPr id="1507" name="Google Shape;1507;p42"/>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508" name="Google Shape;1508;p42"/>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509" name="Google Shape;1509;p42"/>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510" name="Google Shape;1510;p42"/>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511" name="Google Shape;1511;p42"/>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512" name="Google Shape;1512;p42"/>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513" name="Google Shape;1513;p42"/>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514" name="Google Shape;1514;p42"/>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515" name="Google Shape;1515;p42"/>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516" name="Google Shape;1516;p42"/>
          <p:cNvSpPr txBox="1"/>
          <p:nvPr/>
        </p:nvSpPr>
        <p:spPr>
          <a:xfrm>
            <a:off x="2209800" y="52578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517" name="Google Shape;1517;p42"/>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518" name="Google Shape;1518;p42"/>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519" name="Google Shape;1519;p42"/>
          <p:cNvSpPr txBox="1"/>
          <p:nvPr/>
        </p:nvSpPr>
        <p:spPr>
          <a:xfrm>
            <a:off x="56991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520" name="Google Shape;1520;p42"/>
          <p:cNvSpPr txBox="1"/>
          <p:nvPr/>
        </p:nvSpPr>
        <p:spPr>
          <a:xfrm>
            <a:off x="2270125" y="484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521" name="Google Shape;1521;p42"/>
          <p:cNvSpPr txBox="1"/>
          <p:nvPr/>
        </p:nvSpPr>
        <p:spPr>
          <a:xfrm>
            <a:off x="2270125" y="560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522" name="Google Shape;1522;p42"/>
          <p:cNvSpPr txBox="1"/>
          <p:nvPr/>
        </p:nvSpPr>
        <p:spPr>
          <a:xfrm>
            <a:off x="5699125" y="4689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523" name="Google Shape;1523;p42"/>
          <p:cNvSpPr txBox="1"/>
          <p:nvPr/>
        </p:nvSpPr>
        <p:spPr>
          <a:xfrm>
            <a:off x="7680325" y="2479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cxnSp>
        <p:nvCxnSpPr>
          <p:cNvPr id="1524" name="Google Shape;1524;p42"/>
          <p:cNvCxnSpPr/>
          <p:nvPr/>
        </p:nvCxnSpPr>
        <p:spPr>
          <a:xfrm>
            <a:off x="3429000" y="3962400"/>
            <a:ext cx="1371600" cy="0"/>
          </a:xfrm>
          <a:prstGeom prst="straightConnector1">
            <a:avLst/>
          </a:prstGeom>
          <a:noFill/>
          <a:ln cap="flat" cmpd="sng" w="9525">
            <a:solidFill>
              <a:schemeClr val="dk1"/>
            </a:solidFill>
            <a:prstDash val="solid"/>
            <a:round/>
            <a:headEnd len="med" w="med" type="none"/>
            <a:tailEnd len="med" w="med" type="none"/>
          </a:ln>
        </p:spPr>
      </p:cxnSp>
      <p:sp>
        <p:nvSpPr>
          <p:cNvPr id="1525" name="Google Shape;1525;p42"/>
          <p:cNvSpPr txBox="1"/>
          <p:nvPr/>
        </p:nvSpPr>
        <p:spPr>
          <a:xfrm>
            <a:off x="3870325" y="4003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526" name="Google Shape;1526;p42"/>
          <p:cNvSpPr txBox="1"/>
          <p:nvPr/>
        </p:nvSpPr>
        <p:spPr>
          <a:xfrm>
            <a:off x="6689725" y="4333875"/>
            <a:ext cx="2149475" cy="13731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Neighbours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of neighbours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know</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0" name="Shape 1530"/>
        <p:cNvGrpSpPr/>
        <p:nvPr/>
      </p:nvGrpSpPr>
      <p:grpSpPr>
        <a:xfrm>
          <a:off x="0" y="0"/>
          <a:ext cx="0" cy="0"/>
          <a:chOff x="0" y="0"/>
          <a:chExt cx="0" cy="0"/>
        </a:xfrm>
      </p:grpSpPr>
      <p:grpSp>
        <p:nvGrpSpPr>
          <p:cNvPr id="1531" name="Google Shape;1531;p43"/>
          <p:cNvGrpSpPr/>
          <p:nvPr/>
        </p:nvGrpSpPr>
        <p:grpSpPr>
          <a:xfrm>
            <a:off x="2514600" y="1905000"/>
            <a:ext cx="4570413" cy="2724150"/>
            <a:chOff x="1574" y="1020"/>
            <a:chExt cx="2879" cy="1709"/>
          </a:xfrm>
        </p:grpSpPr>
        <p:sp>
          <p:nvSpPr>
            <p:cNvPr id="1532" name="Google Shape;1532;p43"/>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3" name="Google Shape;1533;p43"/>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4" name="Google Shape;1534;p43"/>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5" name="Google Shape;1535;p43"/>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6" name="Google Shape;1536;p43"/>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537" name="Google Shape;1537;p43"/>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1538" name="Google Shape;1538;p43"/>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539" name="Google Shape;1539;p43"/>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540" name="Google Shape;1540;p43"/>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1541" name="Google Shape;1541;p43"/>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1542" name="Google Shape;1542;p43"/>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543" name="Google Shape;1543;p43"/>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1544" name="Google Shape;1544;p43"/>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545" name="Google Shape;1545;p43"/>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546" name="Google Shape;1546;p43"/>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547" name="Google Shape;1547;p43"/>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1548" name="Google Shape;1548;p43"/>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1549" name="Google Shape;1549;p43"/>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1550" name="Google Shape;1550;p43"/>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1551" name="Google Shape;1551;p43"/>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1552" name="Google Shape;1552;p43"/>
          <p:cNvGrpSpPr/>
          <p:nvPr/>
        </p:nvGrpSpPr>
        <p:grpSpPr>
          <a:xfrm>
            <a:off x="1905000" y="685800"/>
            <a:ext cx="762000" cy="2016125"/>
            <a:chOff x="480" y="650"/>
            <a:chExt cx="480" cy="1270"/>
          </a:xfrm>
        </p:grpSpPr>
        <p:grpSp>
          <p:nvGrpSpPr>
            <p:cNvPr id="1553" name="Google Shape;1553;p43"/>
            <p:cNvGrpSpPr/>
            <p:nvPr/>
          </p:nvGrpSpPr>
          <p:grpSpPr>
            <a:xfrm>
              <a:off x="480" y="672"/>
              <a:ext cx="480" cy="1200"/>
              <a:chOff x="480" y="672"/>
              <a:chExt cx="480" cy="1200"/>
            </a:xfrm>
          </p:grpSpPr>
          <p:sp>
            <p:nvSpPr>
              <p:cNvPr id="1554" name="Google Shape;1554;p43"/>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55" name="Google Shape;1555;p43"/>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56" name="Google Shape;1556;p43"/>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57" name="Google Shape;1557;p43"/>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58" name="Google Shape;1558;p43"/>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59" name="Google Shape;1559;p43"/>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60" name="Google Shape;1560;p43"/>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61" name="Google Shape;1561;p43"/>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62" name="Google Shape;1562;p43"/>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63" name="Google Shape;1563;p43"/>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564" name="Google Shape;1564;p43"/>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565" name="Google Shape;1565;p43"/>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566" name="Google Shape;1566;p43"/>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567" name="Google Shape;1567;p43"/>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568" name="Google Shape;1568;p43"/>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569" name="Google Shape;1569;p43"/>
          <p:cNvGrpSpPr/>
          <p:nvPr/>
        </p:nvGrpSpPr>
        <p:grpSpPr>
          <a:xfrm>
            <a:off x="5334000" y="4267200"/>
            <a:ext cx="762000" cy="2016125"/>
            <a:chOff x="480" y="650"/>
            <a:chExt cx="480" cy="1270"/>
          </a:xfrm>
        </p:grpSpPr>
        <p:grpSp>
          <p:nvGrpSpPr>
            <p:cNvPr id="1570" name="Google Shape;1570;p43"/>
            <p:cNvGrpSpPr/>
            <p:nvPr/>
          </p:nvGrpSpPr>
          <p:grpSpPr>
            <a:xfrm>
              <a:off x="480" y="672"/>
              <a:ext cx="480" cy="1200"/>
              <a:chOff x="480" y="672"/>
              <a:chExt cx="480" cy="1200"/>
            </a:xfrm>
          </p:grpSpPr>
          <p:sp>
            <p:nvSpPr>
              <p:cNvPr id="1571" name="Google Shape;1571;p43"/>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2" name="Google Shape;1572;p43"/>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3" name="Google Shape;1573;p43"/>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4" name="Google Shape;1574;p43"/>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5" name="Google Shape;1575;p43"/>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6" name="Google Shape;1576;p43"/>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7" name="Google Shape;1577;p43"/>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8" name="Google Shape;1578;p43"/>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9" name="Google Shape;1579;p43"/>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80" name="Google Shape;1580;p43"/>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581" name="Google Shape;1581;p43"/>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582" name="Google Shape;1582;p43"/>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583" name="Google Shape;1583;p43"/>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584" name="Google Shape;1584;p43"/>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585" name="Google Shape;1585;p43"/>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586" name="Google Shape;1586;p43"/>
          <p:cNvGrpSpPr/>
          <p:nvPr/>
        </p:nvGrpSpPr>
        <p:grpSpPr>
          <a:xfrm>
            <a:off x="5334000" y="304800"/>
            <a:ext cx="762000" cy="2016125"/>
            <a:chOff x="480" y="650"/>
            <a:chExt cx="480" cy="1270"/>
          </a:xfrm>
        </p:grpSpPr>
        <p:grpSp>
          <p:nvGrpSpPr>
            <p:cNvPr id="1587" name="Google Shape;1587;p43"/>
            <p:cNvGrpSpPr/>
            <p:nvPr/>
          </p:nvGrpSpPr>
          <p:grpSpPr>
            <a:xfrm>
              <a:off x="480" y="672"/>
              <a:ext cx="480" cy="1200"/>
              <a:chOff x="480" y="672"/>
              <a:chExt cx="480" cy="1200"/>
            </a:xfrm>
          </p:grpSpPr>
          <p:sp>
            <p:nvSpPr>
              <p:cNvPr id="1588" name="Google Shape;1588;p43"/>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89" name="Google Shape;1589;p43"/>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0" name="Google Shape;1590;p43"/>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1" name="Google Shape;1591;p43"/>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2" name="Google Shape;1592;p43"/>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3" name="Google Shape;1593;p43"/>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4" name="Google Shape;1594;p43"/>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5" name="Google Shape;1595;p43"/>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6" name="Google Shape;1596;p43"/>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7" name="Google Shape;1597;p43"/>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598" name="Google Shape;1598;p43"/>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599" name="Google Shape;1599;p43"/>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600" name="Google Shape;1600;p43"/>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601" name="Google Shape;1601;p43"/>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602" name="Google Shape;1602;p43"/>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603" name="Google Shape;1603;p43"/>
          <p:cNvGrpSpPr/>
          <p:nvPr/>
        </p:nvGrpSpPr>
        <p:grpSpPr>
          <a:xfrm>
            <a:off x="1905000" y="4114800"/>
            <a:ext cx="762000" cy="2016125"/>
            <a:chOff x="480" y="650"/>
            <a:chExt cx="480" cy="1270"/>
          </a:xfrm>
        </p:grpSpPr>
        <p:grpSp>
          <p:nvGrpSpPr>
            <p:cNvPr id="1604" name="Google Shape;1604;p43"/>
            <p:cNvGrpSpPr/>
            <p:nvPr/>
          </p:nvGrpSpPr>
          <p:grpSpPr>
            <a:xfrm>
              <a:off x="480" y="672"/>
              <a:ext cx="480" cy="1200"/>
              <a:chOff x="480" y="672"/>
              <a:chExt cx="480" cy="1200"/>
            </a:xfrm>
          </p:grpSpPr>
          <p:sp>
            <p:nvSpPr>
              <p:cNvPr id="1605" name="Google Shape;1605;p43"/>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6" name="Google Shape;1606;p43"/>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7" name="Google Shape;1607;p43"/>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8" name="Google Shape;1608;p43"/>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9" name="Google Shape;1609;p43"/>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0" name="Google Shape;1610;p43"/>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1" name="Google Shape;1611;p43"/>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2" name="Google Shape;1612;p43"/>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3" name="Google Shape;1613;p43"/>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4" name="Google Shape;1614;p43"/>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615" name="Google Shape;1615;p43"/>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616" name="Google Shape;1616;p43"/>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617" name="Google Shape;1617;p43"/>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618" name="Google Shape;1618;p43"/>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619" name="Google Shape;1619;p43"/>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620" name="Google Shape;1620;p43"/>
          <p:cNvGrpSpPr/>
          <p:nvPr/>
        </p:nvGrpSpPr>
        <p:grpSpPr>
          <a:xfrm>
            <a:off x="7315200" y="2057400"/>
            <a:ext cx="762000" cy="2016125"/>
            <a:chOff x="480" y="650"/>
            <a:chExt cx="480" cy="1270"/>
          </a:xfrm>
        </p:grpSpPr>
        <p:grpSp>
          <p:nvGrpSpPr>
            <p:cNvPr id="1621" name="Google Shape;1621;p43"/>
            <p:cNvGrpSpPr/>
            <p:nvPr/>
          </p:nvGrpSpPr>
          <p:grpSpPr>
            <a:xfrm>
              <a:off x="480" y="672"/>
              <a:ext cx="480" cy="1200"/>
              <a:chOff x="480" y="672"/>
              <a:chExt cx="480" cy="1200"/>
            </a:xfrm>
          </p:grpSpPr>
          <p:sp>
            <p:nvSpPr>
              <p:cNvPr id="1622" name="Google Shape;1622;p43"/>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3" name="Google Shape;1623;p43"/>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4" name="Google Shape;1624;p43"/>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5" name="Google Shape;1625;p43"/>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6" name="Google Shape;1626;p43"/>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7" name="Google Shape;1627;p43"/>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8" name="Google Shape;1628;p43"/>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9" name="Google Shape;1629;p43"/>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0" name="Google Shape;1630;p43"/>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1" name="Google Shape;1631;p43"/>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632" name="Google Shape;1632;p43"/>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633" name="Google Shape;1633;p43"/>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634" name="Google Shape;1634;p43"/>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635" name="Google Shape;1635;p43"/>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636" name="Google Shape;1636;p43"/>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1637" name="Google Shape;1637;p43"/>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638" name="Google Shape;1638;p43"/>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639" name="Google Shape;1639;p43"/>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640" name="Google Shape;1640;p43"/>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641" name="Google Shape;1641;p43"/>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642" name="Google Shape;1642;p43"/>
          <p:cNvSpPr txBox="1"/>
          <p:nvPr/>
        </p:nvSpPr>
        <p:spPr>
          <a:xfrm>
            <a:off x="2270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p:txBody>
      </p:sp>
      <p:sp>
        <p:nvSpPr>
          <p:cNvPr id="1643" name="Google Shape;1643;p43"/>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644" name="Google Shape;1644;p43"/>
          <p:cNvSpPr txBox="1"/>
          <p:nvPr/>
        </p:nvSpPr>
        <p:spPr>
          <a:xfrm>
            <a:off x="2270125" y="415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p:txBody>
      </p:sp>
      <p:sp>
        <p:nvSpPr>
          <p:cNvPr id="1645" name="Google Shape;1645;p43"/>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646" name="Google Shape;1646;p43"/>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647" name="Google Shape;1647;p43"/>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648" name="Google Shape;1648;p43"/>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649" name="Google Shape;1649;p43"/>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650" name="Google Shape;1650;p43"/>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651" name="Google Shape;1651;p43"/>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652" name="Google Shape;1652;p43"/>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653" name="Google Shape;1653;p43"/>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654" name="Google Shape;1654;p43"/>
          <p:cNvSpPr txBox="1"/>
          <p:nvPr/>
        </p:nvSpPr>
        <p:spPr>
          <a:xfrm>
            <a:off x="2209800" y="52578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655" name="Google Shape;1655;p43"/>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656" name="Google Shape;1656;p43"/>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657" name="Google Shape;1657;p43"/>
          <p:cNvSpPr txBox="1"/>
          <p:nvPr/>
        </p:nvSpPr>
        <p:spPr>
          <a:xfrm>
            <a:off x="56991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658" name="Google Shape;1658;p43"/>
          <p:cNvSpPr txBox="1"/>
          <p:nvPr/>
        </p:nvSpPr>
        <p:spPr>
          <a:xfrm>
            <a:off x="2270125" y="484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659" name="Google Shape;1659;p43"/>
          <p:cNvSpPr txBox="1"/>
          <p:nvPr/>
        </p:nvSpPr>
        <p:spPr>
          <a:xfrm>
            <a:off x="2270125" y="560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660" name="Google Shape;1660;p43"/>
          <p:cNvSpPr txBox="1"/>
          <p:nvPr/>
        </p:nvSpPr>
        <p:spPr>
          <a:xfrm>
            <a:off x="5699125" y="4689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661" name="Google Shape;1661;p43"/>
          <p:cNvSpPr txBox="1"/>
          <p:nvPr/>
        </p:nvSpPr>
        <p:spPr>
          <a:xfrm>
            <a:off x="7680325" y="2479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cxnSp>
        <p:nvCxnSpPr>
          <p:cNvPr id="1662" name="Google Shape;1662;p43"/>
          <p:cNvCxnSpPr/>
          <p:nvPr/>
        </p:nvCxnSpPr>
        <p:spPr>
          <a:xfrm>
            <a:off x="3429000" y="3962400"/>
            <a:ext cx="1371600" cy="0"/>
          </a:xfrm>
          <a:prstGeom prst="straightConnector1">
            <a:avLst/>
          </a:prstGeom>
          <a:noFill/>
          <a:ln cap="flat" cmpd="sng" w="9525">
            <a:solidFill>
              <a:schemeClr val="dk1"/>
            </a:solidFill>
            <a:prstDash val="solid"/>
            <a:round/>
            <a:headEnd len="med" w="med" type="none"/>
            <a:tailEnd len="med" w="med" type="none"/>
          </a:ln>
        </p:spPr>
      </p:cxnSp>
      <p:sp>
        <p:nvSpPr>
          <p:cNvPr id="1663" name="Google Shape;1663;p43"/>
          <p:cNvSpPr txBox="1"/>
          <p:nvPr/>
        </p:nvSpPr>
        <p:spPr>
          <a:xfrm>
            <a:off x="3870325" y="4003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664" name="Google Shape;1664;p43"/>
          <p:cNvSpPr txBox="1"/>
          <p:nvPr/>
        </p:nvSpPr>
        <p:spPr>
          <a:xfrm>
            <a:off x="6629400" y="4445000"/>
            <a:ext cx="2265363"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A happy and</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stable network</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grpSp>
        <p:nvGrpSpPr>
          <p:cNvPr id="1669" name="Google Shape;1669;p44"/>
          <p:cNvGrpSpPr/>
          <p:nvPr/>
        </p:nvGrpSpPr>
        <p:grpSpPr>
          <a:xfrm>
            <a:off x="2514600" y="1905000"/>
            <a:ext cx="4570413" cy="2724150"/>
            <a:chOff x="1574" y="1020"/>
            <a:chExt cx="2879" cy="1709"/>
          </a:xfrm>
        </p:grpSpPr>
        <p:sp>
          <p:nvSpPr>
            <p:cNvPr id="1670" name="Google Shape;1670;p44"/>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1" name="Google Shape;1671;p44"/>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2" name="Google Shape;1672;p44"/>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3" name="Google Shape;1673;p44"/>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4" name="Google Shape;1674;p44"/>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675" name="Google Shape;1675;p44"/>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1676" name="Google Shape;1676;p44"/>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677" name="Google Shape;1677;p44"/>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678" name="Google Shape;1678;p44"/>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1679" name="Google Shape;1679;p44"/>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1680" name="Google Shape;1680;p44"/>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681" name="Google Shape;1681;p44"/>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1682" name="Google Shape;1682;p44"/>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683" name="Google Shape;1683;p44"/>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684" name="Google Shape;1684;p44"/>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685" name="Google Shape;1685;p44"/>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1686" name="Google Shape;1686;p44"/>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1687" name="Google Shape;1687;p44"/>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1688" name="Google Shape;1688;p44"/>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1689" name="Google Shape;1689;p44"/>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1690" name="Google Shape;1690;p44"/>
          <p:cNvGrpSpPr/>
          <p:nvPr/>
        </p:nvGrpSpPr>
        <p:grpSpPr>
          <a:xfrm>
            <a:off x="1905000" y="685800"/>
            <a:ext cx="762000" cy="2016125"/>
            <a:chOff x="480" y="650"/>
            <a:chExt cx="480" cy="1270"/>
          </a:xfrm>
        </p:grpSpPr>
        <p:grpSp>
          <p:nvGrpSpPr>
            <p:cNvPr id="1691" name="Google Shape;1691;p44"/>
            <p:cNvGrpSpPr/>
            <p:nvPr/>
          </p:nvGrpSpPr>
          <p:grpSpPr>
            <a:xfrm>
              <a:off x="480" y="672"/>
              <a:ext cx="480" cy="1200"/>
              <a:chOff x="480" y="672"/>
              <a:chExt cx="480" cy="1200"/>
            </a:xfrm>
          </p:grpSpPr>
          <p:sp>
            <p:nvSpPr>
              <p:cNvPr id="1692" name="Google Shape;1692;p4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3" name="Google Shape;1693;p4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4" name="Google Shape;1694;p4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5" name="Google Shape;1695;p4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6" name="Google Shape;1696;p4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7" name="Google Shape;1697;p4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8" name="Google Shape;1698;p4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9" name="Google Shape;1699;p4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00" name="Google Shape;1700;p4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01" name="Google Shape;1701;p4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702" name="Google Shape;1702;p4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703" name="Google Shape;1703;p4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704" name="Google Shape;1704;p4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705" name="Google Shape;1705;p4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706" name="Google Shape;1706;p4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707" name="Google Shape;1707;p44"/>
          <p:cNvGrpSpPr/>
          <p:nvPr/>
        </p:nvGrpSpPr>
        <p:grpSpPr>
          <a:xfrm>
            <a:off x="5334000" y="4267200"/>
            <a:ext cx="762000" cy="2016125"/>
            <a:chOff x="480" y="650"/>
            <a:chExt cx="480" cy="1270"/>
          </a:xfrm>
        </p:grpSpPr>
        <p:grpSp>
          <p:nvGrpSpPr>
            <p:cNvPr id="1708" name="Google Shape;1708;p44"/>
            <p:cNvGrpSpPr/>
            <p:nvPr/>
          </p:nvGrpSpPr>
          <p:grpSpPr>
            <a:xfrm>
              <a:off x="480" y="672"/>
              <a:ext cx="480" cy="1200"/>
              <a:chOff x="480" y="672"/>
              <a:chExt cx="480" cy="1200"/>
            </a:xfrm>
          </p:grpSpPr>
          <p:sp>
            <p:nvSpPr>
              <p:cNvPr id="1709" name="Google Shape;1709;p4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0" name="Google Shape;1710;p4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1" name="Google Shape;1711;p4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2" name="Google Shape;1712;p4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3" name="Google Shape;1713;p4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4" name="Google Shape;1714;p4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5" name="Google Shape;1715;p4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6" name="Google Shape;1716;p4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7" name="Google Shape;1717;p4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8" name="Google Shape;1718;p4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719" name="Google Shape;1719;p4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720" name="Google Shape;1720;p4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721" name="Google Shape;1721;p4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722" name="Google Shape;1722;p4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723" name="Google Shape;1723;p4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724" name="Google Shape;1724;p44"/>
          <p:cNvGrpSpPr/>
          <p:nvPr/>
        </p:nvGrpSpPr>
        <p:grpSpPr>
          <a:xfrm>
            <a:off x="5334000" y="304800"/>
            <a:ext cx="762000" cy="2016125"/>
            <a:chOff x="480" y="650"/>
            <a:chExt cx="480" cy="1270"/>
          </a:xfrm>
        </p:grpSpPr>
        <p:grpSp>
          <p:nvGrpSpPr>
            <p:cNvPr id="1725" name="Google Shape;1725;p44"/>
            <p:cNvGrpSpPr/>
            <p:nvPr/>
          </p:nvGrpSpPr>
          <p:grpSpPr>
            <a:xfrm>
              <a:off x="480" y="672"/>
              <a:ext cx="480" cy="1200"/>
              <a:chOff x="480" y="672"/>
              <a:chExt cx="480" cy="1200"/>
            </a:xfrm>
          </p:grpSpPr>
          <p:sp>
            <p:nvSpPr>
              <p:cNvPr id="1726" name="Google Shape;1726;p4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7" name="Google Shape;1727;p4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8" name="Google Shape;1728;p4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9" name="Google Shape;1729;p4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0" name="Google Shape;1730;p4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1" name="Google Shape;1731;p4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2" name="Google Shape;1732;p4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3" name="Google Shape;1733;p4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4" name="Google Shape;1734;p4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5" name="Google Shape;1735;p4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736" name="Google Shape;1736;p4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737" name="Google Shape;1737;p4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738" name="Google Shape;1738;p4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739" name="Google Shape;1739;p4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740" name="Google Shape;1740;p4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741" name="Google Shape;1741;p44"/>
          <p:cNvGrpSpPr/>
          <p:nvPr/>
        </p:nvGrpSpPr>
        <p:grpSpPr>
          <a:xfrm>
            <a:off x="1905000" y="4114800"/>
            <a:ext cx="762000" cy="2016125"/>
            <a:chOff x="480" y="650"/>
            <a:chExt cx="480" cy="1270"/>
          </a:xfrm>
        </p:grpSpPr>
        <p:grpSp>
          <p:nvGrpSpPr>
            <p:cNvPr id="1742" name="Google Shape;1742;p44"/>
            <p:cNvGrpSpPr/>
            <p:nvPr/>
          </p:nvGrpSpPr>
          <p:grpSpPr>
            <a:xfrm>
              <a:off x="480" y="672"/>
              <a:ext cx="480" cy="1200"/>
              <a:chOff x="480" y="672"/>
              <a:chExt cx="480" cy="1200"/>
            </a:xfrm>
          </p:grpSpPr>
          <p:sp>
            <p:nvSpPr>
              <p:cNvPr id="1743" name="Google Shape;1743;p4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4" name="Google Shape;1744;p4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5" name="Google Shape;1745;p4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6" name="Google Shape;1746;p4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7" name="Google Shape;1747;p4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8" name="Google Shape;1748;p4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9" name="Google Shape;1749;p4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50" name="Google Shape;1750;p4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51" name="Google Shape;1751;p4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52" name="Google Shape;1752;p4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753" name="Google Shape;1753;p4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754" name="Google Shape;1754;p4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755" name="Google Shape;1755;p4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756" name="Google Shape;1756;p4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757" name="Google Shape;1757;p4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758" name="Google Shape;1758;p44"/>
          <p:cNvGrpSpPr/>
          <p:nvPr/>
        </p:nvGrpSpPr>
        <p:grpSpPr>
          <a:xfrm>
            <a:off x="7315200" y="2057400"/>
            <a:ext cx="762000" cy="2016125"/>
            <a:chOff x="480" y="650"/>
            <a:chExt cx="480" cy="1270"/>
          </a:xfrm>
        </p:grpSpPr>
        <p:grpSp>
          <p:nvGrpSpPr>
            <p:cNvPr id="1759" name="Google Shape;1759;p44"/>
            <p:cNvGrpSpPr/>
            <p:nvPr/>
          </p:nvGrpSpPr>
          <p:grpSpPr>
            <a:xfrm>
              <a:off x="480" y="672"/>
              <a:ext cx="480" cy="1200"/>
              <a:chOff x="480" y="672"/>
              <a:chExt cx="480" cy="1200"/>
            </a:xfrm>
          </p:grpSpPr>
          <p:sp>
            <p:nvSpPr>
              <p:cNvPr id="1760" name="Google Shape;1760;p4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1" name="Google Shape;1761;p4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2" name="Google Shape;1762;p4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3" name="Google Shape;1763;p4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4" name="Google Shape;1764;p4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5" name="Google Shape;1765;p4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6" name="Google Shape;1766;p4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7" name="Google Shape;1767;p4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8" name="Google Shape;1768;p4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9" name="Google Shape;1769;p4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770" name="Google Shape;1770;p4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771" name="Google Shape;1771;p4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772" name="Google Shape;1772;p4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773" name="Google Shape;1773;p4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774" name="Google Shape;1774;p4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1775" name="Google Shape;1775;p44"/>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776" name="Google Shape;1776;p44"/>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777" name="Google Shape;1777;p44"/>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778" name="Google Shape;1778;p44"/>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779" name="Google Shape;1779;p44"/>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780" name="Google Shape;1780;p44"/>
          <p:cNvSpPr txBox="1"/>
          <p:nvPr/>
        </p:nvSpPr>
        <p:spPr>
          <a:xfrm>
            <a:off x="2270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p:txBody>
      </p:sp>
      <p:sp>
        <p:nvSpPr>
          <p:cNvPr id="1781" name="Google Shape;1781;p44"/>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782" name="Google Shape;1782;p44"/>
          <p:cNvSpPr txBox="1"/>
          <p:nvPr/>
        </p:nvSpPr>
        <p:spPr>
          <a:xfrm>
            <a:off x="2270125" y="415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p:txBody>
      </p:sp>
      <p:sp>
        <p:nvSpPr>
          <p:cNvPr id="1783" name="Google Shape;1783;p44"/>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784" name="Google Shape;1784;p44"/>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785" name="Google Shape;1785;p44"/>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786" name="Google Shape;1786;p44"/>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787" name="Google Shape;1787;p44"/>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788" name="Google Shape;1788;p44"/>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789" name="Google Shape;1789;p44"/>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790" name="Google Shape;1790;p44"/>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791" name="Google Shape;1791;p44"/>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792" name="Google Shape;1792;p44"/>
          <p:cNvSpPr txBox="1"/>
          <p:nvPr/>
        </p:nvSpPr>
        <p:spPr>
          <a:xfrm>
            <a:off x="2209800" y="52578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793" name="Google Shape;1793;p44"/>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794" name="Google Shape;1794;p44"/>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795" name="Google Shape;1795;p44"/>
          <p:cNvSpPr txBox="1"/>
          <p:nvPr/>
        </p:nvSpPr>
        <p:spPr>
          <a:xfrm>
            <a:off x="56991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796" name="Google Shape;1796;p44"/>
          <p:cNvSpPr txBox="1"/>
          <p:nvPr/>
        </p:nvSpPr>
        <p:spPr>
          <a:xfrm>
            <a:off x="2270125" y="484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797" name="Google Shape;1797;p44"/>
          <p:cNvSpPr txBox="1"/>
          <p:nvPr/>
        </p:nvSpPr>
        <p:spPr>
          <a:xfrm>
            <a:off x="2270125" y="560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798" name="Google Shape;1798;p44"/>
          <p:cNvSpPr txBox="1"/>
          <p:nvPr/>
        </p:nvSpPr>
        <p:spPr>
          <a:xfrm>
            <a:off x="5699125" y="4689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799" name="Google Shape;1799;p44"/>
          <p:cNvSpPr txBox="1"/>
          <p:nvPr/>
        </p:nvSpPr>
        <p:spPr>
          <a:xfrm>
            <a:off x="7680325" y="2479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cxnSp>
        <p:nvCxnSpPr>
          <p:cNvPr id="1800" name="Google Shape;1800;p44"/>
          <p:cNvCxnSpPr/>
          <p:nvPr/>
        </p:nvCxnSpPr>
        <p:spPr>
          <a:xfrm>
            <a:off x="3733800" y="3657600"/>
            <a:ext cx="762000" cy="838200"/>
          </a:xfrm>
          <a:prstGeom prst="straightConnector1">
            <a:avLst/>
          </a:prstGeom>
          <a:noFill/>
          <a:ln cap="flat" cmpd="sng" w="57150">
            <a:solidFill>
              <a:srgbClr val="FF0000"/>
            </a:solidFill>
            <a:prstDash val="solid"/>
            <a:round/>
            <a:headEnd len="med" w="med" type="none"/>
            <a:tailEnd len="med" w="med" type="none"/>
          </a:ln>
        </p:spPr>
      </p:cxnSp>
      <p:cxnSp>
        <p:nvCxnSpPr>
          <p:cNvPr id="1801" name="Google Shape;1801;p44"/>
          <p:cNvCxnSpPr/>
          <p:nvPr/>
        </p:nvCxnSpPr>
        <p:spPr>
          <a:xfrm flipH="1">
            <a:off x="3810000" y="3581400"/>
            <a:ext cx="533400" cy="1066800"/>
          </a:xfrm>
          <a:prstGeom prst="straightConnector1">
            <a:avLst/>
          </a:prstGeom>
          <a:noFill/>
          <a:ln cap="flat" cmpd="sng" w="57150">
            <a:solidFill>
              <a:srgbClr val="FF0000"/>
            </a:solidFill>
            <a:prstDash val="solid"/>
            <a:round/>
            <a:headEnd len="med" w="med" type="none"/>
            <a:tailEnd len="med" w="med" type="none"/>
          </a:ln>
        </p:spPr>
      </p:cxnSp>
      <p:sp>
        <p:nvSpPr>
          <p:cNvPr id="1802" name="Google Shape;1802;p44"/>
          <p:cNvSpPr txBox="1"/>
          <p:nvPr/>
        </p:nvSpPr>
        <p:spPr>
          <a:xfrm>
            <a:off x="6613525" y="4257675"/>
            <a:ext cx="1931988"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Bad news: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Link crash!!</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grpSp>
        <p:nvGrpSpPr>
          <p:cNvPr id="1807" name="Google Shape;1807;p45"/>
          <p:cNvGrpSpPr/>
          <p:nvPr/>
        </p:nvGrpSpPr>
        <p:grpSpPr>
          <a:xfrm>
            <a:off x="2514600" y="1905000"/>
            <a:ext cx="4570413" cy="2724150"/>
            <a:chOff x="1574" y="1020"/>
            <a:chExt cx="2879" cy="1709"/>
          </a:xfrm>
        </p:grpSpPr>
        <p:sp>
          <p:nvSpPr>
            <p:cNvPr id="1808" name="Google Shape;1808;p45"/>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9" name="Google Shape;1809;p45"/>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0" name="Google Shape;1810;p45"/>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1" name="Google Shape;1811;p45"/>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2" name="Google Shape;1812;p45"/>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813" name="Google Shape;1813;p45"/>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1814" name="Google Shape;1814;p45"/>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815" name="Google Shape;1815;p45"/>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816" name="Google Shape;1816;p45"/>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1817" name="Google Shape;1817;p45"/>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1818" name="Google Shape;1818;p45"/>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819" name="Google Shape;1819;p45"/>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1820" name="Google Shape;1820;p45"/>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821" name="Google Shape;1821;p45"/>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822" name="Google Shape;1822;p45"/>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823" name="Google Shape;1823;p45"/>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1824" name="Google Shape;1824;p45"/>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1825" name="Google Shape;1825;p45"/>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1826" name="Google Shape;1826;p45"/>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1827" name="Google Shape;1827;p45"/>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1828" name="Google Shape;1828;p45"/>
          <p:cNvGrpSpPr/>
          <p:nvPr/>
        </p:nvGrpSpPr>
        <p:grpSpPr>
          <a:xfrm>
            <a:off x="1905000" y="685800"/>
            <a:ext cx="762000" cy="2016125"/>
            <a:chOff x="480" y="650"/>
            <a:chExt cx="480" cy="1270"/>
          </a:xfrm>
        </p:grpSpPr>
        <p:grpSp>
          <p:nvGrpSpPr>
            <p:cNvPr id="1829" name="Google Shape;1829;p45"/>
            <p:cNvGrpSpPr/>
            <p:nvPr/>
          </p:nvGrpSpPr>
          <p:grpSpPr>
            <a:xfrm>
              <a:off x="480" y="672"/>
              <a:ext cx="480" cy="1200"/>
              <a:chOff x="480" y="672"/>
              <a:chExt cx="480" cy="1200"/>
            </a:xfrm>
          </p:grpSpPr>
          <p:sp>
            <p:nvSpPr>
              <p:cNvPr id="1830" name="Google Shape;1830;p45"/>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1" name="Google Shape;1831;p45"/>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2" name="Google Shape;1832;p45"/>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3" name="Google Shape;1833;p45"/>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4" name="Google Shape;1834;p45"/>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5" name="Google Shape;1835;p45"/>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6" name="Google Shape;1836;p45"/>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7" name="Google Shape;1837;p45"/>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8" name="Google Shape;1838;p45"/>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9" name="Google Shape;1839;p45"/>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40" name="Google Shape;1840;p45"/>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841" name="Google Shape;1841;p45"/>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842" name="Google Shape;1842;p45"/>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843" name="Google Shape;1843;p45"/>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844" name="Google Shape;1844;p45"/>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845" name="Google Shape;1845;p45"/>
          <p:cNvGrpSpPr/>
          <p:nvPr/>
        </p:nvGrpSpPr>
        <p:grpSpPr>
          <a:xfrm>
            <a:off x="5334000" y="4267200"/>
            <a:ext cx="762000" cy="2016125"/>
            <a:chOff x="480" y="650"/>
            <a:chExt cx="480" cy="1270"/>
          </a:xfrm>
        </p:grpSpPr>
        <p:grpSp>
          <p:nvGrpSpPr>
            <p:cNvPr id="1846" name="Google Shape;1846;p45"/>
            <p:cNvGrpSpPr/>
            <p:nvPr/>
          </p:nvGrpSpPr>
          <p:grpSpPr>
            <a:xfrm>
              <a:off x="480" y="672"/>
              <a:ext cx="480" cy="1200"/>
              <a:chOff x="480" y="672"/>
              <a:chExt cx="480" cy="1200"/>
            </a:xfrm>
          </p:grpSpPr>
          <p:sp>
            <p:nvSpPr>
              <p:cNvPr id="1847" name="Google Shape;1847;p45"/>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8" name="Google Shape;1848;p45"/>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9" name="Google Shape;1849;p45"/>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0" name="Google Shape;1850;p45"/>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1" name="Google Shape;1851;p45"/>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2" name="Google Shape;1852;p45"/>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3" name="Google Shape;1853;p45"/>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4" name="Google Shape;1854;p45"/>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5" name="Google Shape;1855;p45"/>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6" name="Google Shape;1856;p45"/>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57" name="Google Shape;1857;p45"/>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858" name="Google Shape;1858;p45"/>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859" name="Google Shape;1859;p45"/>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860" name="Google Shape;1860;p45"/>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861" name="Google Shape;1861;p45"/>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862" name="Google Shape;1862;p45"/>
          <p:cNvGrpSpPr/>
          <p:nvPr/>
        </p:nvGrpSpPr>
        <p:grpSpPr>
          <a:xfrm>
            <a:off x="5334000" y="304800"/>
            <a:ext cx="762000" cy="2016125"/>
            <a:chOff x="480" y="650"/>
            <a:chExt cx="480" cy="1270"/>
          </a:xfrm>
        </p:grpSpPr>
        <p:grpSp>
          <p:nvGrpSpPr>
            <p:cNvPr id="1863" name="Google Shape;1863;p45"/>
            <p:cNvGrpSpPr/>
            <p:nvPr/>
          </p:nvGrpSpPr>
          <p:grpSpPr>
            <a:xfrm>
              <a:off x="480" y="672"/>
              <a:ext cx="480" cy="1200"/>
              <a:chOff x="480" y="672"/>
              <a:chExt cx="480" cy="1200"/>
            </a:xfrm>
          </p:grpSpPr>
          <p:sp>
            <p:nvSpPr>
              <p:cNvPr id="1864" name="Google Shape;1864;p45"/>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5" name="Google Shape;1865;p45"/>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6" name="Google Shape;1866;p45"/>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7" name="Google Shape;1867;p45"/>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8" name="Google Shape;1868;p45"/>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9" name="Google Shape;1869;p45"/>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0" name="Google Shape;1870;p45"/>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1" name="Google Shape;1871;p45"/>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2" name="Google Shape;1872;p45"/>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3" name="Google Shape;1873;p45"/>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74" name="Google Shape;1874;p45"/>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875" name="Google Shape;1875;p45"/>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876" name="Google Shape;1876;p45"/>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877" name="Google Shape;1877;p45"/>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878" name="Google Shape;1878;p45"/>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879" name="Google Shape;1879;p45"/>
          <p:cNvGrpSpPr/>
          <p:nvPr/>
        </p:nvGrpSpPr>
        <p:grpSpPr>
          <a:xfrm>
            <a:off x="1905000" y="4114800"/>
            <a:ext cx="762000" cy="2016125"/>
            <a:chOff x="480" y="650"/>
            <a:chExt cx="480" cy="1270"/>
          </a:xfrm>
        </p:grpSpPr>
        <p:grpSp>
          <p:nvGrpSpPr>
            <p:cNvPr id="1880" name="Google Shape;1880;p45"/>
            <p:cNvGrpSpPr/>
            <p:nvPr/>
          </p:nvGrpSpPr>
          <p:grpSpPr>
            <a:xfrm>
              <a:off x="480" y="672"/>
              <a:ext cx="480" cy="1200"/>
              <a:chOff x="480" y="672"/>
              <a:chExt cx="480" cy="1200"/>
            </a:xfrm>
          </p:grpSpPr>
          <p:sp>
            <p:nvSpPr>
              <p:cNvPr id="1881" name="Google Shape;1881;p45"/>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2" name="Google Shape;1882;p45"/>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3" name="Google Shape;1883;p45"/>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4" name="Google Shape;1884;p45"/>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5" name="Google Shape;1885;p45"/>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6" name="Google Shape;1886;p45"/>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7" name="Google Shape;1887;p45"/>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8" name="Google Shape;1888;p45"/>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9" name="Google Shape;1889;p45"/>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0" name="Google Shape;1890;p45"/>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891" name="Google Shape;1891;p45"/>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892" name="Google Shape;1892;p45"/>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893" name="Google Shape;1893;p45"/>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894" name="Google Shape;1894;p45"/>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895" name="Google Shape;1895;p45"/>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896" name="Google Shape;1896;p45"/>
          <p:cNvGrpSpPr/>
          <p:nvPr/>
        </p:nvGrpSpPr>
        <p:grpSpPr>
          <a:xfrm>
            <a:off x="7315200" y="2057400"/>
            <a:ext cx="762000" cy="2016125"/>
            <a:chOff x="480" y="650"/>
            <a:chExt cx="480" cy="1270"/>
          </a:xfrm>
        </p:grpSpPr>
        <p:grpSp>
          <p:nvGrpSpPr>
            <p:cNvPr id="1897" name="Google Shape;1897;p45"/>
            <p:cNvGrpSpPr/>
            <p:nvPr/>
          </p:nvGrpSpPr>
          <p:grpSpPr>
            <a:xfrm>
              <a:off x="480" y="672"/>
              <a:ext cx="480" cy="1200"/>
              <a:chOff x="480" y="672"/>
              <a:chExt cx="480" cy="1200"/>
            </a:xfrm>
          </p:grpSpPr>
          <p:sp>
            <p:nvSpPr>
              <p:cNvPr id="1898" name="Google Shape;1898;p45"/>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9" name="Google Shape;1899;p45"/>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0" name="Google Shape;1900;p45"/>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1" name="Google Shape;1901;p45"/>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2" name="Google Shape;1902;p45"/>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3" name="Google Shape;1903;p45"/>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4" name="Google Shape;1904;p45"/>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5" name="Google Shape;1905;p45"/>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6" name="Google Shape;1906;p45"/>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7" name="Google Shape;1907;p45"/>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908" name="Google Shape;1908;p45"/>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909" name="Google Shape;1909;p45"/>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910" name="Google Shape;1910;p45"/>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911" name="Google Shape;1911;p45"/>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912" name="Google Shape;1912;p45"/>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1913" name="Google Shape;1913;p45"/>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914" name="Google Shape;1914;p45"/>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915" name="Google Shape;1915;p45"/>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916" name="Google Shape;1916;p45"/>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917" name="Google Shape;1917;p45"/>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1918" name="Google Shape;1918;p45"/>
          <p:cNvSpPr txBox="1"/>
          <p:nvPr/>
        </p:nvSpPr>
        <p:spPr>
          <a:xfrm>
            <a:off x="2270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p:txBody>
      </p:sp>
      <p:sp>
        <p:nvSpPr>
          <p:cNvPr id="1919" name="Google Shape;1919;p45"/>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920" name="Google Shape;1920;p45"/>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921" name="Google Shape;1921;p45"/>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922" name="Google Shape;1922;p45"/>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923" name="Google Shape;1923;p45"/>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924" name="Google Shape;1924;p45"/>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925" name="Google Shape;1925;p45"/>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1926" name="Google Shape;1926;p45"/>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927" name="Google Shape;1927;p45"/>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928" name="Google Shape;1928;p45"/>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929" name="Google Shape;1929;p45"/>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930" name="Google Shape;1930;p45"/>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931" name="Google Shape;1931;p45"/>
          <p:cNvSpPr txBox="1"/>
          <p:nvPr/>
        </p:nvSpPr>
        <p:spPr>
          <a:xfrm>
            <a:off x="56991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932" name="Google Shape;1932;p45"/>
          <p:cNvSpPr txBox="1"/>
          <p:nvPr/>
        </p:nvSpPr>
        <p:spPr>
          <a:xfrm>
            <a:off x="7680325" y="2479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1933" name="Google Shape;1933;p45"/>
          <p:cNvSpPr txBox="1"/>
          <p:nvPr/>
        </p:nvSpPr>
        <p:spPr>
          <a:xfrm>
            <a:off x="6537325" y="4333875"/>
            <a:ext cx="1565275" cy="13731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Direct</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endpoints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know</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7" name="Shape 1937"/>
        <p:cNvGrpSpPr/>
        <p:nvPr/>
      </p:nvGrpSpPr>
      <p:grpSpPr>
        <a:xfrm>
          <a:off x="0" y="0"/>
          <a:ext cx="0" cy="0"/>
          <a:chOff x="0" y="0"/>
          <a:chExt cx="0" cy="0"/>
        </a:xfrm>
      </p:grpSpPr>
      <p:grpSp>
        <p:nvGrpSpPr>
          <p:cNvPr id="1938" name="Google Shape;1938;p46"/>
          <p:cNvGrpSpPr/>
          <p:nvPr/>
        </p:nvGrpSpPr>
        <p:grpSpPr>
          <a:xfrm>
            <a:off x="2514600" y="1905000"/>
            <a:ext cx="4570413" cy="2724150"/>
            <a:chOff x="1574" y="1020"/>
            <a:chExt cx="2879" cy="1709"/>
          </a:xfrm>
        </p:grpSpPr>
        <p:sp>
          <p:nvSpPr>
            <p:cNvPr id="1939" name="Google Shape;1939;p46"/>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0" name="Google Shape;1940;p46"/>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1" name="Google Shape;1941;p46"/>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2" name="Google Shape;1942;p46"/>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3" name="Google Shape;1943;p46"/>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944" name="Google Shape;1944;p46"/>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1945" name="Google Shape;1945;p46"/>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946" name="Google Shape;1946;p46"/>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1947" name="Google Shape;1947;p46"/>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1948" name="Google Shape;1948;p46"/>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1949" name="Google Shape;1949;p46"/>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1950" name="Google Shape;1950;p46"/>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1951" name="Google Shape;1951;p46"/>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952" name="Google Shape;1952;p46"/>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953" name="Google Shape;1953;p46"/>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1954" name="Google Shape;1954;p46"/>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1955" name="Google Shape;1955;p46"/>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1956" name="Google Shape;1956;p46"/>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1957" name="Google Shape;1957;p46"/>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1958" name="Google Shape;1958;p46"/>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1959" name="Google Shape;1959;p46"/>
          <p:cNvGrpSpPr/>
          <p:nvPr/>
        </p:nvGrpSpPr>
        <p:grpSpPr>
          <a:xfrm>
            <a:off x="1905000" y="685800"/>
            <a:ext cx="762000" cy="2016125"/>
            <a:chOff x="480" y="650"/>
            <a:chExt cx="480" cy="1270"/>
          </a:xfrm>
        </p:grpSpPr>
        <p:grpSp>
          <p:nvGrpSpPr>
            <p:cNvPr id="1960" name="Google Shape;1960;p46"/>
            <p:cNvGrpSpPr/>
            <p:nvPr/>
          </p:nvGrpSpPr>
          <p:grpSpPr>
            <a:xfrm>
              <a:off x="480" y="672"/>
              <a:ext cx="480" cy="1200"/>
              <a:chOff x="480" y="672"/>
              <a:chExt cx="480" cy="1200"/>
            </a:xfrm>
          </p:grpSpPr>
          <p:sp>
            <p:nvSpPr>
              <p:cNvPr id="1961" name="Google Shape;1961;p46"/>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2" name="Google Shape;1962;p46"/>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3" name="Google Shape;1963;p46"/>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4" name="Google Shape;1964;p46"/>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5" name="Google Shape;1965;p46"/>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6" name="Google Shape;1966;p46"/>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7" name="Google Shape;1967;p46"/>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8" name="Google Shape;1968;p46"/>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9" name="Google Shape;1969;p46"/>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70" name="Google Shape;1970;p46"/>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971" name="Google Shape;1971;p46"/>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972" name="Google Shape;1972;p46"/>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973" name="Google Shape;1973;p46"/>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974" name="Google Shape;1974;p46"/>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975" name="Google Shape;1975;p46"/>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976" name="Google Shape;1976;p46"/>
          <p:cNvGrpSpPr/>
          <p:nvPr/>
        </p:nvGrpSpPr>
        <p:grpSpPr>
          <a:xfrm>
            <a:off x="5334000" y="4267200"/>
            <a:ext cx="762000" cy="2016125"/>
            <a:chOff x="480" y="650"/>
            <a:chExt cx="480" cy="1270"/>
          </a:xfrm>
        </p:grpSpPr>
        <p:grpSp>
          <p:nvGrpSpPr>
            <p:cNvPr id="1977" name="Google Shape;1977;p46"/>
            <p:cNvGrpSpPr/>
            <p:nvPr/>
          </p:nvGrpSpPr>
          <p:grpSpPr>
            <a:xfrm>
              <a:off x="480" y="672"/>
              <a:ext cx="480" cy="1200"/>
              <a:chOff x="480" y="672"/>
              <a:chExt cx="480" cy="1200"/>
            </a:xfrm>
          </p:grpSpPr>
          <p:sp>
            <p:nvSpPr>
              <p:cNvPr id="1978" name="Google Shape;1978;p46"/>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79" name="Google Shape;1979;p46"/>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0" name="Google Shape;1980;p46"/>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1" name="Google Shape;1981;p46"/>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2" name="Google Shape;1982;p46"/>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3" name="Google Shape;1983;p46"/>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4" name="Google Shape;1984;p46"/>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5" name="Google Shape;1985;p46"/>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6" name="Google Shape;1986;p46"/>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7" name="Google Shape;1987;p46"/>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988" name="Google Shape;1988;p46"/>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1989" name="Google Shape;1989;p46"/>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990" name="Google Shape;1990;p46"/>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1991" name="Google Shape;1991;p46"/>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1992" name="Google Shape;1992;p46"/>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1993" name="Google Shape;1993;p46"/>
          <p:cNvGrpSpPr/>
          <p:nvPr/>
        </p:nvGrpSpPr>
        <p:grpSpPr>
          <a:xfrm>
            <a:off x="5334000" y="304800"/>
            <a:ext cx="762000" cy="2016125"/>
            <a:chOff x="480" y="650"/>
            <a:chExt cx="480" cy="1270"/>
          </a:xfrm>
        </p:grpSpPr>
        <p:grpSp>
          <p:nvGrpSpPr>
            <p:cNvPr id="1994" name="Google Shape;1994;p46"/>
            <p:cNvGrpSpPr/>
            <p:nvPr/>
          </p:nvGrpSpPr>
          <p:grpSpPr>
            <a:xfrm>
              <a:off x="480" y="672"/>
              <a:ext cx="480" cy="1200"/>
              <a:chOff x="480" y="672"/>
              <a:chExt cx="480" cy="1200"/>
            </a:xfrm>
          </p:grpSpPr>
          <p:sp>
            <p:nvSpPr>
              <p:cNvPr id="1995" name="Google Shape;1995;p46"/>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6" name="Google Shape;1996;p46"/>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7" name="Google Shape;1997;p46"/>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8" name="Google Shape;1998;p46"/>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9" name="Google Shape;1999;p46"/>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0" name="Google Shape;2000;p46"/>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1" name="Google Shape;2001;p46"/>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2" name="Google Shape;2002;p46"/>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3" name="Google Shape;2003;p46"/>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4" name="Google Shape;2004;p46"/>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005" name="Google Shape;2005;p46"/>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006" name="Google Shape;2006;p46"/>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007" name="Google Shape;2007;p46"/>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008" name="Google Shape;2008;p46"/>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009" name="Google Shape;2009;p46"/>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010" name="Google Shape;2010;p46"/>
          <p:cNvGrpSpPr/>
          <p:nvPr/>
        </p:nvGrpSpPr>
        <p:grpSpPr>
          <a:xfrm>
            <a:off x="1905000" y="4114800"/>
            <a:ext cx="762000" cy="2016125"/>
            <a:chOff x="480" y="650"/>
            <a:chExt cx="480" cy="1270"/>
          </a:xfrm>
        </p:grpSpPr>
        <p:grpSp>
          <p:nvGrpSpPr>
            <p:cNvPr id="2011" name="Google Shape;2011;p46"/>
            <p:cNvGrpSpPr/>
            <p:nvPr/>
          </p:nvGrpSpPr>
          <p:grpSpPr>
            <a:xfrm>
              <a:off x="480" y="672"/>
              <a:ext cx="480" cy="1200"/>
              <a:chOff x="480" y="672"/>
              <a:chExt cx="480" cy="1200"/>
            </a:xfrm>
          </p:grpSpPr>
          <p:sp>
            <p:nvSpPr>
              <p:cNvPr id="2012" name="Google Shape;2012;p46"/>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3" name="Google Shape;2013;p46"/>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4" name="Google Shape;2014;p46"/>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5" name="Google Shape;2015;p46"/>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6" name="Google Shape;2016;p46"/>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7" name="Google Shape;2017;p46"/>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8" name="Google Shape;2018;p46"/>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9" name="Google Shape;2019;p46"/>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0" name="Google Shape;2020;p46"/>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1" name="Google Shape;2021;p46"/>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022" name="Google Shape;2022;p46"/>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023" name="Google Shape;2023;p46"/>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024" name="Google Shape;2024;p46"/>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025" name="Google Shape;2025;p46"/>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026" name="Google Shape;2026;p46"/>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027" name="Google Shape;2027;p46"/>
          <p:cNvGrpSpPr/>
          <p:nvPr/>
        </p:nvGrpSpPr>
        <p:grpSpPr>
          <a:xfrm>
            <a:off x="7315200" y="2057400"/>
            <a:ext cx="762000" cy="2016125"/>
            <a:chOff x="480" y="650"/>
            <a:chExt cx="480" cy="1270"/>
          </a:xfrm>
        </p:grpSpPr>
        <p:grpSp>
          <p:nvGrpSpPr>
            <p:cNvPr id="2028" name="Google Shape;2028;p46"/>
            <p:cNvGrpSpPr/>
            <p:nvPr/>
          </p:nvGrpSpPr>
          <p:grpSpPr>
            <a:xfrm>
              <a:off x="480" y="672"/>
              <a:ext cx="480" cy="1200"/>
              <a:chOff x="480" y="672"/>
              <a:chExt cx="480" cy="1200"/>
            </a:xfrm>
          </p:grpSpPr>
          <p:sp>
            <p:nvSpPr>
              <p:cNvPr id="2029" name="Google Shape;2029;p46"/>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0" name="Google Shape;2030;p46"/>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1" name="Google Shape;2031;p46"/>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2" name="Google Shape;2032;p46"/>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3" name="Google Shape;2033;p46"/>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4" name="Google Shape;2034;p46"/>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5" name="Google Shape;2035;p46"/>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6" name="Google Shape;2036;p46"/>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7" name="Google Shape;2037;p46"/>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8" name="Google Shape;2038;p46"/>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039" name="Google Shape;2039;p46"/>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040" name="Google Shape;2040;p46"/>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041" name="Google Shape;2041;p46"/>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042" name="Google Shape;2042;p46"/>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043" name="Google Shape;2043;p46"/>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2044" name="Google Shape;2044;p46"/>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045" name="Google Shape;2045;p46"/>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046" name="Google Shape;2046;p46"/>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047" name="Google Shape;2047;p46"/>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048" name="Google Shape;2048;p46"/>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049" name="Google Shape;2049;p46"/>
          <p:cNvSpPr txBox="1"/>
          <p:nvPr/>
        </p:nvSpPr>
        <p:spPr>
          <a:xfrm>
            <a:off x="2270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p:txBody>
      </p:sp>
      <p:sp>
        <p:nvSpPr>
          <p:cNvPr id="2050" name="Google Shape;2050;p46"/>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051" name="Google Shape;2051;p46"/>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052" name="Google Shape;2052;p46"/>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053" name="Google Shape;2053;p46"/>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054" name="Google Shape;2054;p46"/>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055" name="Google Shape;2055;p46"/>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056" name="Google Shape;2056;p46"/>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057" name="Google Shape;2057;p46"/>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058" name="Google Shape;2058;p46"/>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059" name="Google Shape;2059;p46"/>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060" name="Google Shape;2060;p46"/>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061" name="Google Shape;2061;p46"/>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062" name="Google Shape;2062;p46"/>
          <p:cNvSpPr txBox="1"/>
          <p:nvPr/>
        </p:nvSpPr>
        <p:spPr>
          <a:xfrm>
            <a:off x="56991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063" name="Google Shape;2063;p46"/>
          <p:cNvSpPr txBox="1"/>
          <p:nvPr/>
        </p:nvSpPr>
        <p:spPr>
          <a:xfrm>
            <a:off x="7680325" y="2479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064" name="Google Shape;2064;p46"/>
          <p:cNvSpPr txBox="1"/>
          <p:nvPr/>
        </p:nvSpPr>
        <p:spPr>
          <a:xfrm>
            <a:off x="2270125" y="4079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10</a:t>
            </a:r>
            <a:endParaRPr sz="2400">
              <a:solidFill>
                <a:srgbClr val="FF0000"/>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8" name="Shape 2068"/>
        <p:cNvGrpSpPr/>
        <p:nvPr/>
      </p:nvGrpSpPr>
      <p:grpSpPr>
        <a:xfrm>
          <a:off x="0" y="0"/>
          <a:ext cx="0" cy="0"/>
          <a:chOff x="0" y="0"/>
          <a:chExt cx="0" cy="0"/>
        </a:xfrm>
      </p:grpSpPr>
      <p:grpSp>
        <p:nvGrpSpPr>
          <p:cNvPr id="2069" name="Google Shape;2069;p47"/>
          <p:cNvGrpSpPr/>
          <p:nvPr/>
        </p:nvGrpSpPr>
        <p:grpSpPr>
          <a:xfrm>
            <a:off x="2514600" y="1905000"/>
            <a:ext cx="4570413" cy="2724150"/>
            <a:chOff x="1574" y="1020"/>
            <a:chExt cx="2879" cy="1709"/>
          </a:xfrm>
        </p:grpSpPr>
        <p:sp>
          <p:nvSpPr>
            <p:cNvPr id="2070" name="Google Shape;2070;p47"/>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1" name="Google Shape;2071;p47"/>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2" name="Google Shape;2072;p47"/>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3" name="Google Shape;2073;p47"/>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4" name="Google Shape;2074;p47"/>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075" name="Google Shape;2075;p47"/>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2076" name="Google Shape;2076;p47"/>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077" name="Google Shape;2077;p47"/>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078" name="Google Shape;2078;p47"/>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2079" name="Google Shape;2079;p47"/>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2080" name="Google Shape;2080;p47"/>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081" name="Google Shape;2081;p47"/>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2082" name="Google Shape;2082;p47"/>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083" name="Google Shape;2083;p47"/>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084" name="Google Shape;2084;p47"/>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085" name="Google Shape;2085;p47"/>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2086" name="Google Shape;2086;p47"/>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2087" name="Google Shape;2087;p47"/>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2088" name="Google Shape;2088;p47"/>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2089" name="Google Shape;2089;p47"/>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2090" name="Google Shape;2090;p47"/>
          <p:cNvGrpSpPr/>
          <p:nvPr/>
        </p:nvGrpSpPr>
        <p:grpSpPr>
          <a:xfrm>
            <a:off x="1905000" y="685800"/>
            <a:ext cx="762000" cy="2016125"/>
            <a:chOff x="480" y="650"/>
            <a:chExt cx="480" cy="1270"/>
          </a:xfrm>
        </p:grpSpPr>
        <p:grpSp>
          <p:nvGrpSpPr>
            <p:cNvPr id="2091" name="Google Shape;2091;p47"/>
            <p:cNvGrpSpPr/>
            <p:nvPr/>
          </p:nvGrpSpPr>
          <p:grpSpPr>
            <a:xfrm>
              <a:off x="480" y="672"/>
              <a:ext cx="480" cy="1200"/>
              <a:chOff x="480" y="672"/>
              <a:chExt cx="480" cy="1200"/>
            </a:xfrm>
          </p:grpSpPr>
          <p:sp>
            <p:nvSpPr>
              <p:cNvPr id="2092" name="Google Shape;2092;p47"/>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3" name="Google Shape;2093;p47"/>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4" name="Google Shape;2094;p47"/>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5" name="Google Shape;2095;p47"/>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6" name="Google Shape;2096;p47"/>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7" name="Google Shape;2097;p47"/>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8" name="Google Shape;2098;p47"/>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9" name="Google Shape;2099;p47"/>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0" name="Google Shape;2100;p47"/>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1" name="Google Shape;2101;p47"/>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102" name="Google Shape;2102;p47"/>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103" name="Google Shape;2103;p47"/>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104" name="Google Shape;2104;p47"/>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105" name="Google Shape;2105;p47"/>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106" name="Google Shape;2106;p47"/>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107" name="Google Shape;2107;p47"/>
          <p:cNvGrpSpPr/>
          <p:nvPr/>
        </p:nvGrpSpPr>
        <p:grpSpPr>
          <a:xfrm>
            <a:off x="5334000" y="4267200"/>
            <a:ext cx="762000" cy="2016125"/>
            <a:chOff x="480" y="650"/>
            <a:chExt cx="480" cy="1270"/>
          </a:xfrm>
        </p:grpSpPr>
        <p:grpSp>
          <p:nvGrpSpPr>
            <p:cNvPr id="2108" name="Google Shape;2108;p47"/>
            <p:cNvGrpSpPr/>
            <p:nvPr/>
          </p:nvGrpSpPr>
          <p:grpSpPr>
            <a:xfrm>
              <a:off x="480" y="672"/>
              <a:ext cx="480" cy="1200"/>
              <a:chOff x="480" y="672"/>
              <a:chExt cx="480" cy="1200"/>
            </a:xfrm>
          </p:grpSpPr>
          <p:sp>
            <p:nvSpPr>
              <p:cNvPr id="2109" name="Google Shape;2109;p47"/>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0" name="Google Shape;2110;p47"/>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1" name="Google Shape;2111;p47"/>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2" name="Google Shape;2112;p47"/>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3" name="Google Shape;2113;p47"/>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4" name="Google Shape;2114;p47"/>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5" name="Google Shape;2115;p47"/>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6" name="Google Shape;2116;p47"/>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7" name="Google Shape;2117;p47"/>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8" name="Google Shape;2118;p47"/>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119" name="Google Shape;2119;p47"/>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120" name="Google Shape;2120;p47"/>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121" name="Google Shape;2121;p47"/>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122" name="Google Shape;2122;p47"/>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123" name="Google Shape;2123;p47"/>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124" name="Google Shape;2124;p47"/>
          <p:cNvGrpSpPr/>
          <p:nvPr/>
        </p:nvGrpSpPr>
        <p:grpSpPr>
          <a:xfrm>
            <a:off x="5334000" y="304800"/>
            <a:ext cx="762000" cy="2016125"/>
            <a:chOff x="480" y="650"/>
            <a:chExt cx="480" cy="1270"/>
          </a:xfrm>
        </p:grpSpPr>
        <p:grpSp>
          <p:nvGrpSpPr>
            <p:cNvPr id="2125" name="Google Shape;2125;p47"/>
            <p:cNvGrpSpPr/>
            <p:nvPr/>
          </p:nvGrpSpPr>
          <p:grpSpPr>
            <a:xfrm>
              <a:off x="480" y="672"/>
              <a:ext cx="480" cy="1200"/>
              <a:chOff x="480" y="672"/>
              <a:chExt cx="480" cy="1200"/>
            </a:xfrm>
          </p:grpSpPr>
          <p:sp>
            <p:nvSpPr>
              <p:cNvPr id="2126" name="Google Shape;2126;p47"/>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7" name="Google Shape;2127;p47"/>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8" name="Google Shape;2128;p47"/>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9" name="Google Shape;2129;p47"/>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0" name="Google Shape;2130;p47"/>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1" name="Google Shape;2131;p47"/>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2" name="Google Shape;2132;p47"/>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3" name="Google Shape;2133;p47"/>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4" name="Google Shape;2134;p47"/>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5" name="Google Shape;2135;p47"/>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136" name="Google Shape;2136;p47"/>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137" name="Google Shape;2137;p47"/>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138" name="Google Shape;2138;p47"/>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139" name="Google Shape;2139;p47"/>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140" name="Google Shape;2140;p47"/>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141" name="Google Shape;2141;p47"/>
          <p:cNvGrpSpPr/>
          <p:nvPr/>
        </p:nvGrpSpPr>
        <p:grpSpPr>
          <a:xfrm>
            <a:off x="1905000" y="4114800"/>
            <a:ext cx="762000" cy="2016125"/>
            <a:chOff x="480" y="650"/>
            <a:chExt cx="480" cy="1270"/>
          </a:xfrm>
        </p:grpSpPr>
        <p:grpSp>
          <p:nvGrpSpPr>
            <p:cNvPr id="2142" name="Google Shape;2142;p47"/>
            <p:cNvGrpSpPr/>
            <p:nvPr/>
          </p:nvGrpSpPr>
          <p:grpSpPr>
            <a:xfrm>
              <a:off x="480" y="672"/>
              <a:ext cx="480" cy="1200"/>
              <a:chOff x="480" y="672"/>
              <a:chExt cx="480" cy="1200"/>
            </a:xfrm>
          </p:grpSpPr>
          <p:sp>
            <p:nvSpPr>
              <p:cNvPr id="2143" name="Google Shape;2143;p47"/>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4" name="Google Shape;2144;p47"/>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5" name="Google Shape;2145;p47"/>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6" name="Google Shape;2146;p47"/>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7" name="Google Shape;2147;p47"/>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8" name="Google Shape;2148;p47"/>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9" name="Google Shape;2149;p47"/>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0" name="Google Shape;2150;p47"/>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1" name="Google Shape;2151;p47"/>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2" name="Google Shape;2152;p47"/>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153" name="Google Shape;2153;p47"/>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154" name="Google Shape;2154;p47"/>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155" name="Google Shape;2155;p47"/>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156" name="Google Shape;2156;p47"/>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157" name="Google Shape;2157;p47"/>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158" name="Google Shape;2158;p47"/>
          <p:cNvGrpSpPr/>
          <p:nvPr/>
        </p:nvGrpSpPr>
        <p:grpSpPr>
          <a:xfrm>
            <a:off x="7315200" y="2057400"/>
            <a:ext cx="762000" cy="2016125"/>
            <a:chOff x="480" y="650"/>
            <a:chExt cx="480" cy="1270"/>
          </a:xfrm>
        </p:grpSpPr>
        <p:grpSp>
          <p:nvGrpSpPr>
            <p:cNvPr id="2159" name="Google Shape;2159;p47"/>
            <p:cNvGrpSpPr/>
            <p:nvPr/>
          </p:nvGrpSpPr>
          <p:grpSpPr>
            <a:xfrm>
              <a:off x="480" y="672"/>
              <a:ext cx="480" cy="1200"/>
              <a:chOff x="480" y="672"/>
              <a:chExt cx="480" cy="1200"/>
            </a:xfrm>
          </p:grpSpPr>
          <p:sp>
            <p:nvSpPr>
              <p:cNvPr id="2160" name="Google Shape;2160;p47"/>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1" name="Google Shape;2161;p47"/>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2" name="Google Shape;2162;p47"/>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3" name="Google Shape;2163;p47"/>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4" name="Google Shape;2164;p47"/>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5" name="Google Shape;2165;p47"/>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6" name="Google Shape;2166;p47"/>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7" name="Google Shape;2167;p47"/>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8" name="Google Shape;2168;p47"/>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9" name="Google Shape;2169;p47"/>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170" name="Google Shape;2170;p47"/>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171" name="Google Shape;2171;p47"/>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172" name="Google Shape;2172;p47"/>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173" name="Google Shape;2173;p47"/>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174" name="Google Shape;2174;p47"/>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2175" name="Google Shape;2175;p47"/>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176" name="Google Shape;2176;p47"/>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177" name="Google Shape;2177;p47"/>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178" name="Google Shape;2178;p47"/>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179" name="Google Shape;2179;p47"/>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180" name="Google Shape;2180;p47"/>
          <p:cNvSpPr txBox="1"/>
          <p:nvPr/>
        </p:nvSpPr>
        <p:spPr>
          <a:xfrm>
            <a:off x="2270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p:txBody>
      </p:sp>
      <p:sp>
        <p:nvSpPr>
          <p:cNvPr id="2181" name="Google Shape;2181;p47"/>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182" name="Google Shape;2182;p47"/>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183" name="Google Shape;2183;p47"/>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184" name="Google Shape;2184;p47"/>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185" name="Google Shape;2185;p47"/>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186" name="Google Shape;2186;p47"/>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187" name="Google Shape;2187;p47"/>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188" name="Google Shape;2188;p47"/>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189" name="Google Shape;2189;p47"/>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190" name="Google Shape;2190;p47"/>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191" name="Google Shape;2191;p47"/>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192" name="Google Shape;2192;p47"/>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193" name="Google Shape;2193;p47"/>
          <p:cNvSpPr txBox="1"/>
          <p:nvPr/>
        </p:nvSpPr>
        <p:spPr>
          <a:xfrm>
            <a:off x="56991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194" name="Google Shape;2194;p47"/>
          <p:cNvSpPr txBox="1"/>
          <p:nvPr/>
        </p:nvSpPr>
        <p:spPr>
          <a:xfrm>
            <a:off x="7680325" y="2479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195" name="Google Shape;2195;p47"/>
          <p:cNvSpPr txBox="1"/>
          <p:nvPr/>
        </p:nvSpPr>
        <p:spPr>
          <a:xfrm>
            <a:off x="2270125" y="4079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2196" name="Google Shape;2196;p47"/>
          <p:cNvSpPr txBox="1"/>
          <p:nvPr/>
        </p:nvSpPr>
        <p:spPr>
          <a:xfrm>
            <a:off x="5699125" y="4689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5</a:t>
            </a:r>
            <a:endParaRPr sz="2400">
              <a:solidFill>
                <a:srgbClr val="FF0000"/>
              </a:solidFill>
              <a:latin typeface="Times New Roman"/>
              <a:ea typeface="Times New Roman"/>
              <a:cs typeface="Times New Roman"/>
              <a:sym typeface="Times New Roman"/>
            </a:endParaRPr>
          </a:p>
        </p:txBody>
      </p:sp>
      <p:sp>
        <p:nvSpPr>
          <p:cNvPr id="2197" name="Google Shape;2197;p47"/>
          <p:cNvSpPr txBox="1"/>
          <p:nvPr/>
        </p:nvSpPr>
        <p:spPr>
          <a:xfrm>
            <a:off x="2270125" y="4918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13</a:t>
            </a:r>
            <a:endParaRPr sz="2400">
              <a:solidFill>
                <a:srgbClr val="FF0000"/>
              </a:solidFill>
              <a:latin typeface="Times New Roman"/>
              <a:ea typeface="Times New Roman"/>
              <a:cs typeface="Times New Roman"/>
              <a:sym typeface="Times New Roman"/>
            </a:endParaRPr>
          </a:p>
        </p:txBody>
      </p:sp>
      <p:sp>
        <p:nvSpPr>
          <p:cNvPr id="2198" name="Google Shape;2198;p47"/>
          <p:cNvSpPr txBox="1"/>
          <p:nvPr/>
        </p:nvSpPr>
        <p:spPr>
          <a:xfrm>
            <a:off x="2270125" y="5222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11</a:t>
            </a:r>
            <a:endParaRPr sz="2400">
              <a:solidFill>
                <a:srgbClr val="FF0000"/>
              </a:solidFill>
              <a:latin typeface="Times New Roman"/>
              <a:ea typeface="Times New Roman"/>
              <a:cs typeface="Times New Roman"/>
              <a:sym typeface="Times New Roman"/>
            </a:endParaRPr>
          </a:p>
        </p:txBody>
      </p:sp>
      <p:sp>
        <p:nvSpPr>
          <p:cNvPr id="2199" name="Google Shape;2199;p47"/>
          <p:cNvSpPr txBox="1"/>
          <p:nvPr/>
        </p:nvSpPr>
        <p:spPr>
          <a:xfrm>
            <a:off x="2270125" y="5680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13</a:t>
            </a:r>
            <a:endParaRPr sz="2400">
              <a:solidFill>
                <a:srgbClr val="FF0000"/>
              </a:solidFill>
              <a:latin typeface="Times New Roman"/>
              <a:ea typeface="Times New Roman"/>
              <a:cs typeface="Times New Roman"/>
              <a:sym typeface="Times New Roman"/>
            </a:endParaRPr>
          </a:p>
        </p:txBody>
      </p:sp>
      <p:sp>
        <p:nvSpPr>
          <p:cNvPr id="2200" name="Google Shape;2200;p47"/>
          <p:cNvSpPr txBox="1"/>
          <p:nvPr/>
        </p:nvSpPr>
        <p:spPr>
          <a:xfrm>
            <a:off x="6613525" y="4257675"/>
            <a:ext cx="1763713" cy="13731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Get help</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from</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neighbours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4" name="Shape 2204"/>
        <p:cNvGrpSpPr/>
        <p:nvPr/>
      </p:nvGrpSpPr>
      <p:grpSpPr>
        <a:xfrm>
          <a:off x="0" y="0"/>
          <a:ext cx="0" cy="0"/>
          <a:chOff x="0" y="0"/>
          <a:chExt cx="0" cy="0"/>
        </a:xfrm>
      </p:grpSpPr>
      <p:grpSp>
        <p:nvGrpSpPr>
          <p:cNvPr id="2205" name="Google Shape;2205;p48"/>
          <p:cNvGrpSpPr/>
          <p:nvPr/>
        </p:nvGrpSpPr>
        <p:grpSpPr>
          <a:xfrm>
            <a:off x="2514600" y="1905000"/>
            <a:ext cx="4570413" cy="2724150"/>
            <a:chOff x="1574" y="1020"/>
            <a:chExt cx="2879" cy="1709"/>
          </a:xfrm>
        </p:grpSpPr>
        <p:sp>
          <p:nvSpPr>
            <p:cNvPr id="2206" name="Google Shape;2206;p48"/>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7" name="Google Shape;2207;p48"/>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8" name="Google Shape;2208;p48"/>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9" name="Google Shape;2209;p48"/>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0" name="Google Shape;2210;p48"/>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211" name="Google Shape;2211;p48"/>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2212" name="Google Shape;2212;p48"/>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213" name="Google Shape;2213;p48"/>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214" name="Google Shape;2214;p48"/>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2215" name="Google Shape;2215;p48"/>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2216" name="Google Shape;2216;p48"/>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217" name="Google Shape;2217;p48"/>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2218" name="Google Shape;2218;p48"/>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219" name="Google Shape;2219;p48"/>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220" name="Google Shape;2220;p48"/>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221" name="Google Shape;2221;p48"/>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2222" name="Google Shape;2222;p48"/>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2223" name="Google Shape;2223;p48"/>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2224" name="Google Shape;2224;p48"/>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2225" name="Google Shape;2225;p48"/>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2226" name="Google Shape;2226;p48"/>
          <p:cNvGrpSpPr/>
          <p:nvPr/>
        </p:nvGrpSpPr>
        <p:grpSpPr>
          <a:xfrm>
            <a:off x="1905000" y="685800"/>
            <a:ext cx="762000" cy="2016125"/>
            <a:chOff x="480" y="650"/>
            <a:chExt cx="480" cy="1270"/>
          </a:xfrm>
        </p:grpSpPr>
        <p:grpSp>
          <p:nvGrpSpPr>
            <p:cNvPr id="2227" name="Google Shape;2227;p48"/>
            <p:cNvGrpSpPr/>
            <p:nvPr/>
          </p:nvGrpSpPr>
          <p:grpSpPr>
            <a:xfrm>
              <a:off x="480" y="672"/>
              <a:ext cx="480" cy="1200"/>
              <a:chOff x="480" y="672"/>
              <a:chExt cx="480" cy="1200"/>
            </a:xfrm>
          </p:grpSpPr>
          <p:sp>
            <p:nvSpPr>
              <p:cNvPr id="2228" name="Google Shape;2228;p48"/>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9" name="Google Shape;2229;p48"/>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0" name="Google Shape;2230;p48"/>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1" name="Google Shape;2231;p48"/>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2" name="Google Shape;2232;p48"/>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3" name="Google Shape;2233;p48"/>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4" name="Google Shape;2234;p48"/>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5" name="Google Shape;2235;p48"/>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6" name="Google Shape;2236;p48"/>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7" name="Google Shape;2237;p48"/>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238" name="Google Shape;2238;p48"/>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239" name="Google Shape;2239;p48"/>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240" name="Google Shape;2240;p48"/>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241" name="Google Shape;2241;p48"/>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242" name="Google Shape;2242;p48"/>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243" name="Google Shape;2243;p48"/>
          <p:cNvGrpSpPr/>
          <p:nvPr/>
        </p:nvGrpSpPr>
        <p:grpSpPr>
          <a:xfrm>
            <a:off x="5334000" y="4267200"/>
            <a:ext cx="762000" cy="2016125"/>
            <a:chOff x="480" y="650"/>
            <a:chExt cx="480" cy="1270"/>
          </a:xfrm>
        </p:grpSpPr>
        <p:grpSp>
          <p:nvGrpSpPr>
            <p:cNvPr id="2244" name="Google Shape;2244;p48"/>
            <p:cNvGrpSpPr/>
            <p:nvPr/>
          </p:nvGrpSpPr>
          <p:grpSpPr>
            <a:xfrm>
              <a:off x="480" y="672"/>
              <a:ext cx="480" cy="1200"/>
              <a:chOff x="480" y="672"/>
              <a:chExt cx="480" cy="1200"/>
            </a:xfrm>
          </p:grpSpPr>
          <p:sp>
            <p:nvSpPr>
              <p:cNvPr id="2245" name="Google Shape;2245;p48"/>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6" name="Google Shape;2246;p48"/>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7" name="Google Shape;2247;p48"/>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8" name="Google Shape;2248;p48"/>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9" name="Google Shape;2249;p48"/>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0" name="Google Shape;2250;p48"/>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1" name="Google Shape;2251;p48"/>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2" name="Google Shape;2252;p48"/>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3" name="Google Shape;2253;p48"/>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4" name="Google Shape;2254;p48"/>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255" name="Google Shape;2255;p48"/>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256" name="Google Shape;2256;p48"/>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257" name="Google Shape;2257;p48"/>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258" name="Google Shape;2258;p48"/>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259" name="Google Shape;2259;p48"/>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260" name="Google Shape;2260;p48"/>
          <p:cNvGrpSpPr/>
          <p:nvPr/>
        </p:nvGrpSpPr>
        <p:grpSpPr>
          <a:xfrm>
            <a:off x="5334000" y="304800"/>
            <a:ext cx="762000" cy="2016125"/>
            <a:chOff x="480" y="650"/>
            <a:chExt cx="480" cy="1270"/>
          </a:xfrm>
        </p:grpSpPr>
        <p:grpSp>
          <p:nvGrpSpPr>
            <p:cNvPr id="2261" name="Google Shape;2261;p48"/>
            <p:cNvGrpSpPr/>
            <p:nvPr/>
          </p:nvGrpSpPr>
          <p:grpSpPr>
            <a:xfrm>
              <a:off x="480" y="672"/>
              <a:ext cx="480" cy="1200"/>
              <a:chOff x="480" y="672"/>
              <a:chExt cx="480" cy="1200"/>
            </a:xfrm>
          </p:grpSpPr>
          <p:sp>
            <p:nvSpPr>
              <p:cNvPr id="2262" name="Google Shape;2262;p48"/>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3" name="Google Shape;2263;p48"/>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4" name="Google Shape;2264;p48"/>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5" name="Google Shape;2265;p48"/>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6" name="Google Shape;2266;p48"/>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7" name="Google Shape;2267;p48"/>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8" name="Google Shape;2268;p48"/>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9" name="Google Shape;2269;p48"/>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0" name="Google Shape;2270;p48"/>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1" name="Google Shape;2271;p48"/>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272" name="Google Shape;2272;p48"/>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273" name="Google Shape;2273;p48"/>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274" name="Google Shape;2274;p48"/>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275" name="Google Shape;2275;p48"/>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276" name="Google Shape;2276;p48"/>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277" name="Google Shape;2277;p48"/>
          <p:cNvGrpSpPr/>
          <p:nvPr/>
        </p:nvGrpSpPr>
        <p:grpSpPr>
          <a:xfrm>
            <a:off x="1905000" y="4114800"/>
            <a:ext cx="762000" cy="2016125"/>
            <a:chOff x="480" y="650"/>
            <a:chExt cx="480" cy="1270"/>
          </a:xfrm>
        </p:grpSpPr>
        <p:grpSp>
          <p:nvGrpSpPr>
            <p:cNvPr id="2278" name="Google Shape;2278;p48"/>
            <p:cNvGrpSpPr/>
            <p:nvPr/>
          </p:nvGrpSpPr>
          <p:grpSpPr>
            <a:xfrm>
              <a:off x="480" y="672"/>
              <a:ext cx="480" cy="1200"/>
              <a:chOff x="480" y="672"/>
              <a:chExt cx="480" cy="1200"/>
            </a:xfrm>
          </p:grpSpPr>
          <p:sp>
            <p:nvSpPr>
              <p:cNvPr id="2279" name="Google Shape;2279;p48"/>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0" name="Google Shape;2280;p48"/>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1" name="Google Shape;2281;p48"/>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2" name="Google Shape;2282;p48"/>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3" name="Google Shape;2283;p48"/>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4" name="Google Shape;2284;p48"/>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5" name="Google Shape;2285;p48"/>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6" name="Google Shape;2286;p48"/>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7" name="Google Shape;2287;p48"/>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8" name="Google Shape;2288;p48"/>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289" name="Google Shape;2289;p48"/>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290" name="Google Shape;2290;p48"/>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291" name="Google Shape;2291;p48"/>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292" name="Google Shape;2292;p48"/>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293" name="Google Shape;2293;p48"/>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294" name="Google Shape;2294;p48"/>
          <p:cNvGrpSpPr/>
          <p:nvPr/>
        </p:nvGrpSpPr>
        <p:grpSpPr>
          <a:xfrm>
            <a:off x="7315200" y="2057400"/>
            <a:ext cx="762000" cy="2016125"/>
            <a:chOff x="480" y="650"/>
            <a:chExt cx="480" cy="1270"/>
          </a:xfrm>
        </p:grpSpPr>
        <p:grpSp>
          <p:nvGrpSpPr>
            <p:cNvPr id="2295" name="Google Shape;2295;p48"/>
            <p:cNvGrpSpPr/>
            <p:nvPr/>
          </p:nvGrpSpPr>
          <p:grpSpPr>
            <a:xfrm>
              <a:off x="480" y="672"/>
              <a:ext cx="480" cy="1200"/>
              <a:chOff x="480" y="672"/>
              <a:chExt cx="480" cy="1200"/>
            </a:xfrm>
          </p:grpSpPr>
          <p:sp>
            <p:nvSpPr>
              <p:cNvPr id="2296" name="Google Shape;2296;p48"/>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7" name="Google Shape;2297;p48"/>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8" name="Google Shape;2298;p48"/>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9" name="Google Shape;2299;p48"/>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0" name="Google Shape;2300;p48"/>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1" name="Google Shape;2301;p48"/>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2" name="Google Shape;2302;p48"/>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3" name="Google Shape;2303;p48"/>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4" name="Google Shape;2304;p48"/>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5" name="Google Shape;2305;p48"/>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306" name="Google Shape;2306;p48"/>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307" name="Google Shape;2307;p48"/>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308" name="Google Shape;2308;p48"/>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309" name="Google Shape;2309;p48"/>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310" name="Google Shape;2310;p48"/>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2311" name="Google Shape;2311;p48"/>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312" name="Google Shape;2312;p48"/>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313" name="Google Shape;2313;p48"/>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314" name="Google Shape;2314;p48"/>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315" name="Google Shape;2315;p48"/>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316" name="Google Shape;2316;p48"/>
          <p:cNvSpPr txBox="1"/>
          <p:nvPr/>
        </p:nvSpPr>
        <p:spPr>
          <a:xfrm>
            <a:off x="2270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p:txBody>
      </p:sp>
      <p:sp>
        <p:nvSpPr>
          <p:cNvPr id="2317" name="Google Shape;2317;p48"/>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318" name="Google Shape;2318;p48"/>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319" name="Google Shape;2319;p48"/>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320" name="Google Shape;2320;p48"/>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321" name="Google Shape;2321;p48"/>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322" name="Google Shape;2322;p48"/>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323" name="Google Shape;2323;p48"/>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324" name="Google Shape;2324;p48"/>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325" name="Google Shape;2325;p48"/>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326" name="Google Shape;2326;p48"/>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327" name="Google Shape;2327;p48"/>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328" name="Google Shape;2328;p48"/>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329" name="Google Shape;2329;p48"/>
          <p:cNvSpPr txBox="1"/>
          <p:nvPr/>
        </p:nvSpPr>
        <p:spPr>
          <a:xfrm>
            <a:off x="56991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7</a:t>
            </a:r>
            <a:endParaRPr sz="2400">
              <a:solidFill>
                <a:srgbClr val="FF0000"/>
              </a:solidFill>
              <a:latin typeface="Times New Roman"/>
              <a:ea typeface="Times New Roman"/>
              <a:cs typeface="Times New Roman"/>
              <a:sym typeface="Times New Roman"/>
            </a:endParaRPr>
          </a:p>
        </p:txBody>
      </p:sp>
      <p:sp>
        <p:nvSpPr>
          <p:cNvPr id="2330" name="Google Shape;2330;p48"/>
          <p:cNvSpPr txBox="1"/>
          <p:nvPr/>
        </p:nvSpPr>
        <p:spPr>
          <a:xfrm>
            <a:off x="7680325" y="2479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7</a:t>
            </a:r>
            <a:endParaRPr sz="2400">
              <a:solidFill>
                <a:srgbClr val="FF0000"/>
              </a:solidFill>
              <a:latin typeface="Times New Roman"/>
              <a:ea typeface="Times New Roman"/>
              <a:cs typeface="Times New Roman"/>
              <a:sym typeface="Times New Roman"/>
            </a:endParaRPr>
          </a:p>
        </p:txBody>
      </p:sp>
      <p:sp>
        <p:nvSpPr>
          <p:cNvPr id="2331" name="Google Shape;2331;p48"/>
          <p:cNvSpPr txBox="1"/>
          <p:nvPr/>
        </p:nvSpPr>
        <p:spPr>
          <a:xfrm>
            <a:off x="2270125" y="4079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2332" name="Google Shape;2332;p48"/>
          <p:cNvSpPr txBox="1"/>
          <p:nvPr/>
        </p:nvSpPr>
        <p:spPr>
          <a:xfrm>
            <a:off x="5699125" y="4689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p:txBody>
      </p:sp>
      <p:sp>
        <p:nvSpPr>
          <p:cNvPr id="2333" name="Google Shape;2333;p48"/>
          <p:cNvSpPr txBox="1"/>
          <p:nvPr/>
        </p:nvSpPr>
        <p:spPr>
          <a:xfrm>
            <a:off x="2270125" y="4918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2334" name="Google Shape;2334;p48"/>
          <p:cNvSpPr txBox="1"/>
          <p:nvPr/>
        </p:nvSpPr>
        <p:spPr>
          <a:xfrm>
            <a:off x="2270125" y="5222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2335" name="Google Shape;2335;p48"/>
          <p:cNvSpPr txBox="1"/>
          <p:nvPr/>
        </p:nvSpPr>
        <p:spPr>
          <a:xfrm>
            <a:off x="2270125" y="5680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2336" name="Google Shape;2336;p48"/>
          <p:cNvSpPr txBox="1"/>
          <p:nvPr/>
        </p:nvSpPr>
        <p:spPr>
          <a:xfrm>
            <a:off x="6613525" y="4257675"/>
            <a:ext cx="2049463" cy="1800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Routing loop</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(due to</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inconsistent</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state info)</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0" name="Shape 2340"/>
        <p:cNvGrpSpPr/>
        <p:nvPr/>
      </p:nvGrpSpPr>
      <p:grpSpPr>
        <a:xfrm>
          <a:off x="0" y="0"/>
          <a:ext cx="0" cy="0"/>
          <a:chOff x="0" y="0"/>
          <a:chExt cx="0" cy="0"/>
        </a:xfrm>
      </p:grpSpPr>
      <p:sp>
        <p:nvSpPr>
          <p:cNvPr id="2341" name="Google Shape;2341;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Problem of DV Routing: </a:t>
            </a:r>
            <a:br>
              <a:rPr lang="en-US"/>
            </a:br>
            <a:r>
              <a:rPr lang="en-US"/>
              <a:t>Count-to-Infinity</a:t>
            </a:r>
            <a:endParaRPr/>
          </a:p>
        </p:txBody>
      </p:sp>
      <p:sp>
        <p:nvSpPr>
          <p:cNvPr id="2342" name="Google Shape;2342;p49"/>
          <p:cNvSpPr txBox="1"/>
          <p:nvPr>
            <p:ph idx="1" type="body"/>
          </p:nvPr>
        </p:nvSpPr>
        <p:spPr>
          <a:xfrm>
            <a:off x="282575" y="1644650"/>
            <a:ext cx="8861425" cy="490855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Calibri"/>
              <a:buChar char="•"/>
            </a:pPr>
            <a:r>
              <a:rPr lang="en-US"/>
              <a:t>Count-to-Infinity problem</a:t>
            </a:r>
            <a:endParaRPr/>
          </a:p>
          <a:p>
            <a:pPr indent="-342900" lvl="0" marL="342900" rtl="0" algn="l">
              <a:spcBef>
                <a:spcPts val="640"/>
              </a:spcBef>
              <a:spcAft>
                <a:spcPts val="0"/>
              </a:spcAft>
              <a:buClr>
                <a:schemeClr val="dk1"/>
              </a:buClr>
              <a:buSzPts val="3200"/>
              <a:buFont typeface="Calibri"/>
              <a:buChar char="•"/>
            </a:pPr>
            <a:r>
              <a:rPr b="1" lang="en-US"/>
              <a:t>Counting to infinity</a:t>
            </a:r>
            <a:r>
              <a:rPr lang="en-US"/>
              <a:t> is just another name for a </a:t>
            </a:r>
            <a:r>
              <a:rPr lang="en-US">
                <a:solidFill>
                  <a:srgbClr val="FF0000"/>
                </a:solidFill>
              </a:rPr>
              <a:t>routing loop</a:t>
            </a:r>
            <a:r>
              <a:rPr lang="en-US"/>
              <a:t>. </a:t>
            </a:r>
            <a:endParaRPr/>
          </a:p>
          <a:p>
            <a:pPr indent="-342900" lvl="0" marL="342900" rtl="0" algn="l">
              <a:spcBef>
                <a:spcPts val="640"/>
              </a:spcBef>
              <a:spcAft>
                <a:spcPts val="0"/>
              </a:spcAft>
              <a:buClr>
                <a:schemeClr val="dk1"/>
              </a:buClr>
              <a:buSzPts val="3200"/>
              <a:buFont typeface="Calibri"/>
              <a:buChar char="•"/>
            </a:pPr>
            <a:r>
              <a:rPr lang="en-US"/>
              <a:t>In distance vector routing, routing loops usually occur when an </a:t>
            </a:r>
            <a:r>
              <a:rPr lang="en-US">
                <a:solidFill>
                  <a:srgbClr val="FF0000"/>
                </a:solidFill>
              </a:rPr>
              <a:t>interface goes down</a:t>
            </a:r>
            <a:r>
              <a:rPr lang="en-US"/>
              <a:t>. </a:t>
            </a:r>
            <a:endParaRPr/>
          </a:p>
          <a:p>
            <a:pPr indent="-342900" lvl="0" marL="342900" rtl="0" algn="l">
              <a:spcBef>
                <a:spcPts val="640"/>
              </a:spcBef>
              <a:spcAft>
                <a:spcPts val="0"/>
              </a:spcAft>
              <a:buClr>
                <a:schemeClr val="dk1"/>
              </a:buClr>
              <a:buSzPts val="3200"/>
              <a:buFont typeface="Calibri"/>
              <a:buChar char="•"/>
            </a:pPr>
            <a:r>
              <a:rPr lang="en-US"/>
              <a:t>It can also occur when two routers send updates to each other at the same time.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6" name="Shape 2346"/>
        <p:cNvGrpSpPr/>
        <p:nvPr/>
      </p:nvGrpSpPr>
      <p:grpSpPr>
        <a:xfrm>
          <a:off x="0" y="0"/>
          <a:ext cx="0" cy="0"/>
          <a:chOff x="0" y="0"/>
          <a:chExt cx="0" cy="0"/>
        </a:xfrm>
      </p:grpSpPr>
      <p:grpSp>
        <p:nvGrpSpPr>
          <p:cNvPr id="2347" name="Google Shape;2347;p50"/>
          <p:cNvGrpSpPr/>
          <p:nvPr/>
        </p:nvGrpSpPr>
        <p:grpSpPr>
          <a:xfrm>
            <a:off x="2514600" y="1905000"/>
            <a:ext cx="4570413" cy="2724150"/>
            <a:chOff x="1574" y="1020"/>
            <a:chExt cx="2879" cy="1709"/>
          </a:xfrm>
        </p:grpSpPr>
        <p:sp>
          <p:nvSpPr>
            <p:cNvPr id="2348" name="Google Shape;2348;p50"/>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49" name="Google Shape;2349;p50"/>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50" name="Google Shape;2350;p50"/>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51" name="Google Shape;2351;p50"/>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52" name="Google Shape;2352;p50"/>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353" name="Google Shape;2353;p50"/>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2354" name="Google Shape;2354;p50"/>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355" name="Google Shape;2355;p50"/>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356" name="Google Shape;2356;p50"/>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2357" name="Google Shape;2357;p50"/>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2358" name="Google Shape;2358;p50"/>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359" name="Google Shape;2359;p50"/>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2360" name="Google Shape;2360;p50"/>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361" name="Google Shape;2361;p50"/>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362" name="Google Shape;2362;p50"/>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363" name="Google Shape;2363;p50"/>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2364" name="Google Shape;2364;p50"/>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2365" name="Google Shape;2365;p50"/>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2366" name="Google Shape;2366;p50"/>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2367" name="Google Shape;2367;p50"/>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2368" name="Google Shape;2368;p50"/>
          <p:cNvGrpSpPr/>
          <p:nvPr/>
        </p:nvGrpSpPr>
        <p:grpSpPr>
          <a:xfrm>
            <a:off x="1905000" y="685800"/>
            <a:ext cx="762000" cy="2016125"/>
            <a:chOff x="480" y="650"/>
            <a:chExt cx="480" cy="1270"/>
          </a:xfrm>
        </p:grpSpPr>
        <p:grpSp>
          <p:nvGrpSpPr>
            <p:cNvPr id="2369" name="Google Shape;2369;p50"/>
            <p:cNvGrpSpPr/>
            <p:nvPr/>
          </p:nvGrpSpPr>
          <p:grpSpPr>
            <a:xfrm>
              <a:off x="480" y="672"/>
              <a:ext cx="480" cy="1200"/>
              <a:chOff x="480" y="672"/>
              <a:chExt cx="480" cy="1200"/>
            </a:xfrm>
          </p:grpSpPr>
          <p:sp>
            <p:nvSpPr>
              <p:cNvPr id="2370" name="Google Shape;2370;p50"/>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1" name="Google Shape;2371;p50"/>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2" name="Google Shape;2372;p50"/>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3" name="Google Shape;2373;p50"/>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4" name="Google Shape;2374;p50"/>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5" name="Google Shape;2375;p50"/>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6" name="Google Shape;2376;p50"/>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7" name="Google Shape;2377;p50"/>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8" name="Google Shape;2378;p50"/>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9" name="Google Shape;2379;p50"/>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380" name="Google Shape;2380;p50"/>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381" name="Google Shape;2381;p50"/>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382" name="Google Shape;2382;p50"/>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383" name="Google Shape;2383;p50"/>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384" name="Google Shape;2384;p50"/>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385" name="Google Shape;2385;p50"/>
          <p:cNvGrpSpPr/>
          <p:nvPr/>
        </p:nvGrpSpPr>
        <p:grpSpPr>
          <a:xfrm>
            <a:off x="5334000" y="4267200"/>
            <a:ext cx="762000" cy="2016125"/>
            <a:chOff x="480" y="650"/>
            <a:chExt cx="480" cy="1270"/>
          </a:xfrm>
        </p:grpSpPr>
        <p:grpSp>
          <p:nvGrpSpPr>
            <p:cNvPr id="2386" name="Google Shape;2386;p50"/>
            <p:cNvGrpSpPr/>
            <p:nvPr/>
          </p:nvGrpSpPr>
          <p:grpSpPr>
            <a:xfrm>
              <a:off x="480" y="672"/>
              <a:ext cx="480" cy="1200"/>
              <a:chOff x="480" y="672"/>
              <a:chExt cx="480" cy="1200"/>
            </a:xfrm>
          </p:grpSpPr>
          <p:sp>
            <p:nvSpPr>
              <p:cNvPr id="2387" name="Google Shape;2387;p50"/>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88" name="Google Shape;2388;p50"/>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89" name="Google Shape;2389;p50"/>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90" name="Google Shape;2390;p50"/>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91" name="Google Shape;2391;p50"/>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92" name="Google Shape;2392;p50"/>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93" name="Google Shape;2393;p50"/>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94" name="Google Shape;2394;p50"/>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95" name="Google Shape;2395;p50"/>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96" name="Google Shape;2396;p50"/>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397" name="Google Shape;2397;p50"/>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398" name="Google Shape;2398;p50"/>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399" name="Google Shape;2399;p50"/>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400" name="Google Shape;2400;p50"/>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401" name="Google Shape;2401;p50"/>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402" name="Google Shape;2402;p50"/>
          <p:cNvGrpSpPr/>
          <p:nvPr/>
        </p:nvGrpSpPr>
        <p:grpSpPr>
          <a:xfrm>
            <a:off x="5334000" y="304800"/>
            <a:ext cx="762000" cy="2016125"/>
            <a:chOff x="480" y="650"/>
            <a:chExt cx="480" cy="1270"/>
          </a:xfrm>
        </p:grpSpPr>
        <p:grpSp>
          <p:nvGrpSpPr>
            <p:cNvPr id="2403" name="Google Shape;2403;p50"/>
            <p:cNvGrpSpPr/>
            <p:nvPr/>
          </p:nvGrpSpPr>
          <p:grpSpPr>
            <a:xfrm>
              <a:off x="480" y="672"/>
              <a:ext cx="480" cy="1200"/>
              <a:chOff x="480" y="672"/>
              <a:chExt cx="480" cy="1200"/>
            </a:xfrm>
          </p:grpSpPr>
          <p:sp>
            <p:nvSpPr>
              <p:cNvPr id="2404" name="Google Shape;2404;p50"/>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5" name="Google Shape;2405;p50"/>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6" name="Google Shape;2406;p50"/>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7" name="Google Shape;2407;p50"/>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8" name="Google Shape;2408;p50"/>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9" name="Google Shape;2409;p50"/>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10" name="Google Shape;2410;p50"/>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11" name="Google Shape;2411;p50"/>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12" name="Google Shape;2412;p50"/>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13" name="Google Shape;2413;p50"/>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414" name="Google Shape;2414;p50"/>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415" name="Google Shape;2415;p50"/>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416" name="Google Shape;2416;p50"/>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417" name="Google Shape;2417;p50"/>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418" name="Google Shape;2418;p50"/>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419" name="Google Shape;2419;p50"/>
          <p:cNvGrpSpPr/>
          <p:nvPr/>
        </p:nvGrpSpPr>
        <p:grpSpPr>
          <a:xfrm>
            <a:off x="1905000" y="4114800"/>
            <a:ext cx="762000" cy="2016125"/>
            <a:chOff x="480" y="650"/>
            <a:chExt cx="480" cy="1270"/>
          </a:xfrm>
        </p:grpSpPr>
        <p:grpSp>
          <p:nvGrpSpPr>
            <p:cNvPr id="2420" name="Google Shape;2420;p50"/>
            <p:cNvGrpSpPr/>
            <p:nvPr/>
          </p:nvGrpSpPr>
          <p:grpSpPr>
            <a:xfrm>
              <a:off x="480" y="672"/>
              <a:ext cx="480" cy="1200"/>
              <a:chOff x="480" y="672"/>
              <a:chExt cx="480" cy="1200"/>
            </a:xfrm>
          </p:grpSpPr>
          <p:sp>
            <p:nvSpPr>
              <p:cNvPr id="2421" name="Google Shape;2421;p50"/>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2" name="Google Shape;2422;p50"/>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3" name="Google Shape;2423;p50"/>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4" name="Google Shape;2424;p50"/>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5" name="Google Shape;2425;p50"/>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6" name="Google Shape;2426;p50"/>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7" name="Google Shape;2427;p50"/>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8" name="Google Shape;2428;p50"/>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9" name="Google Shape;2429;p50"/>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30" name="Google Shape;2430;p50"/>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431" name="Google Shape;2431;p50"/>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432" name="Google Shape;2432;p50"/>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433" name="Google Shape;2433;p50"/>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434" name="Google Shape;2434;p50"/>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435" name="Google Shape;2435;p50"/>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436" name="Google Shape;2436;p50"/>
          <p:cNvGrpSpPr/>
          <p:nvPr/>
        </p:nvGrpSpPr>
        <p:grpSpPr>
          <a:xfrm>
            <a:off x="7315200" y="2057400"/>
            <a:ext cx="762000" cy="2016125"/>
            <a:chOff x="480" y="650"/>
            <a:chExt cx="480" cy="1270"/>
          </a:xfrm>
        </p:grpSpPr>
        <p:grpSp>
          <p:nvGrpSpPr>
            <p:cNvPr id="2437" name="Google Shape;2437;p50"/>
            <p:cNvGrpSpPr/>
            <p:nvPr/>
          </p:nvGrpSpPr>
          <p:grpSpPr>
            <a:xfrm>
              <a:off x="480" y="672"/>
              <a:ext cx="480" cy="1200"/>
              <a:chOff x="480" y="672"/>
              <a:chExt cx="480" cy="1200"/>
            </a:xfrm>
          </p:grpSpPr>
          <p:sp>
            <p:nvSpPr>
              <p:cNvPr id="2438" name="Google Shape;2438;p50"/>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39" name="Google Shape;2439;p50"/>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0" name="Google Shape;2440;p50"/>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1" name="Google Shape;2441;p50"/>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2" name="Google Shape;2442;p50"/>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3" name="Google Shape;2443;p50"/>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4" name="Google Shape;2444;p50"/>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5" name="Google Shape;2445;p50"/>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6" name="Google Shape;2446;p50"/>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47" name="Google Shape;2447;p50"/>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448" name="Google Shape;2448;p50"/>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449" name="Google Shape;2449;p50"/>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450" name="Google Shape;2450;p50"/>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451" name="Google Shape;2451;p50"/>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452" name="Google Shape;2452;p50"/>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2453" name="Google Shape;2453;p50"/>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454" name="Google Shape;2454;p50"/>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455" name="Google Shape;2455;p50"/>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456" name="Google Shape;2456;p50"/>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457" name="Google Shape;2457;p50"/>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458" name="Google Shape;2458;p50"/>
          <p:cNvSpPr txBox="1"/>
          <p:nvPr/>
        </p:nvSpPr>
        <p:spPr>
          <a:xfrm>
            <a:off x="2270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8</a:t>
            </a:r>
            <a:endParaRPr sz="2400">
              <a:solidFill>
                <a:srgbClr val="FF0000"/>
              </a:solidFill>
              <a:latin typeface="Times New Roman"/>
              <a:ea typeface="Times New Roman"/>
              <a:cs typeface="Times New Roman"/>
              <a:sym typeface="Times New Roman"/>
            </a:endParaRPr>
          </a:p>
        </p:txBody>
      </p:sp>
      <p:sp>
        <p:nvSpPr>
          <p:cNvPr id="2459" name="Google Shape;2459;p50"/>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460" name="Google Shape;2460;p50"/>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461" name="Google Shape;2461;p50"/>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462" name="Google Shape;2462;p50"/>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463" name="Google Shape;2463;p50"/>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464" name="Google Shape;2464;p50"/>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465" name="Google Shape;2465;p50"/>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466" name="Google Shape;2466;p50"/>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467" name="Google Shape;2467;p50"/>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468" name="Google Shape;2468;p50"/>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469" name="Google Shape;2469;p50"/>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470" name="Google Shape;2470;p50"/>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471" name="Google Shape;2471;p50"/>
          <p:cNvSpPr txBox="1"/>
          <p:nvPr/>
        </p:nvSpPr>
        <p:spPr>
          <a:xfrm>
            <a:off x="56991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7</a:t>
            </a:r>
            <a:endParaRPr sz="2400">
              <a:solidFill>
                <a:schemeClr val="dk1"/>
              </a:solidFill>
              <a:latin typeface="Times New Roman"/>
              <a:ea typeface="Times New Roman"/>
              <a:cs typeface="Times New Roman"/>
              <a:sym typeface="Times New Roman"/>
            </a:endParaRPr>
          </a:p>
        </p:txBody>
      </p:sp>
      <p:sp>
        <p:nvSpPr>
          <p:cNvPr id="2472" name="Google Shape;2472;p50"/>
          <p:cNvSpPr txBox="1"/>
          <p:nvPr/>
        </p:nvSpPr>
        <p:spPr>
          <a:xfrm>
            <a:off x="7680325" y="2479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7</a:t>
            </a:r>
            <a:endParaRPr sz="2400">
              <a:solidFill>
                <a:schemeClr val="dk1"/>
              </a:solidFill>
              <a:latin typeface="Times New Roman"/>
              <a:ea typeface="Times New Roman"/>
              <a:cs typeface="Times New Roman"/>
              <a:sym typeface="Times New Roman"/>
            </a:endParaRPr>
          </a:p>
        </p:txBody>
      </p:sp>
      <p:sp>
        <p:nvSpPr>
          <p:cNvPr id="2473" name="Google Shape;2473;p50"/>
          <p:cNvSpPr txBox="1"/>
          <p:nvPr/>
        </p:nvSpPr>
        <p:spPr>
          <a:xfrm>
            <a:off x="2270125" y="4079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2474" name="Google Shape;2474;p50"/>
          <p:cNvSpPr txBox="1"/>
          <p:nvPr/>
        </p:nvSpPr>
        <p:spPr>
          <a:xfrm>
            <a:off x="5699125" y="4689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9</a:t>
            </a:r>
            <a:endParaRPr sz="2400">
              <a:solidFill>
                <a:srgbClr val="FF0000"/>
              </a:solidFill>
              <a:latin typeface="Times New Roman"/>
              <a:ea typeface="Times New Roman"/>
              <a:cs typeface="Times New Roman"/>
              <a:sym typeface="Times New Roman"/>
            </a:endParaRPr>
          </a:p>
        </p:txBody>
      </p:sp>
      <p:sp>
        <p:nvSpPr>
          <p:cNvPr id="2475" name="Google Shape;2475;p50"/>
          <p:cNvSpPr txBox="1"/>
          <p:nvPr/>
        </p:nvSpPr>
        <p:spPr>
          <a:xfrm>
            <a:off x="2270125" y="4918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2476" name="Google Shape;2476;p50"/>
          <p:cNvSpPr txBox="1"/>
          <p:nvPr/>
        </p:nvSpPr>
        <p:spPr>
          <a:xfrm>
            <a:off x="2270125" y="5222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2477" name="Google Shape;2477;p50"/>
          <p:cNvSpPr txBox="1"/>
          <p:nvPr/>
        </p:nvSpPr>
        <p:spPr>
          <a:xfrm>
            <a:off x="2270125" y="5680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1" name="Shape 2481"/>
        <p:cNvGrpSpPr/>
        <p:nvPr/>
      </p:nvGrpSpPr>
      <p:grpSpPr>
        <a:xfrm>
          <a:off x="0" y="0"/>
          <a:ext cx="0" cy="0"/>
          <a:chOff x="0" y="0"/>
          <a:chExt cx="0" cy="0"/>
        </a:xfrm>
      </p:grpSpPr>
      <p:grpSp>
        <p:nvGrpSpPr>
          <p:cNvPr id="2482" name="Google Shape;2482;p51"/>
          <p:cNvGrpSpPr/>
          <p:nvPr/>
        </p:nvGrpSpPr>
        <p:grpSpPr>
          <a:xfrm>
            <a:off x="2514600" y="1905000"/>
            <a:ext cx="4570413" cy="2724150"/>
            <a:chOff x="1574" y="1020"/>
            <a:chExt cx="2879" cy="1709"/>
          </a:xfrm>
        </p:grpSpPr>
        <p:sp>
          <p:nvSpPr>
            <p:cNvPr id="2483" name="Google Shape;2483;p51"/>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84" name="Google Shape;2484;p51"/>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85" name="Google Shape;2485;p51"/>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86" name="Google Shape;2486;p51"/>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87" name="Google Shape;2487;p51"/>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488" name="Google Shape;2488;p51"/>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2489" name="Google Shape;2489;p51"/>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490" name="Google Shape;2490;p51"/>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491" name="Google Shape;2491;p51"/>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2492" name="Google Shape;2492;p51"/>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2493" name="Google Shape;2493;p51"/>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494" name="Google Shape;2494;p51"/>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2495" name="Google Shape;2495;p51"/>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496" name="Google Shape;2496;p51"/>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497" name="Google Shape;2497;p51"/>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498" name="Google Shape;2498;p51"/>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2499" name="Google Shape;2499;p51"/>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2500" name="Google Shape;2500;p51"/>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2501" name="Google Shape;2501;p51"/>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2502" name="Google Shape;2502;p51"/>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2503" name="Google Shape;2503;p51"/>
          <p:cNvGrpSpPr/>
          <p:nvPr/>
        </p:nvGrpSpPr>
        <p:grpSpPr>
          <a:xfrm>
            <a:off x="1905000" y="685800"/>
            <a:ext cx="762000" cy="2016125"/>
            <a:chOff x="480" y="650"/>
            <a:chExt cx="480" cy="1270"/>
          </a:xfrm>
        </p:grpSpPr>
        <p:grpSp>
          <p:nvGrpSpPr>
            <p:cNvPr id="2504" name="Google Shape;2504;p51"/>
            <p:cNvGrpSpPr/>
            <p:nvPr/>
          </p:nvGrpSpPr>
          <p:grpSpPr>
            <a:xfrm>
              <a:off x="480" y="672"/>
              <a:ext cx="480" cy="1200"/>
              <a:chOff x="480" y="672"/>
              <a:chExt cx="480" cy="1200"/>
            </a:xfrm>
          </p:grpSpPr>
          <p:sp>
            <p:nvSpPr>
              <p:cNvPr id="2505" name="Google Shape;2505;p51"/>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06" name="Google Shape;2506;p51"/>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07" name="Google Shape;2507;p51"/>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08" name="Google Shape;2508;p51"/>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09" name="Google Shape;2509;p51"/>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10" name="Google Shape;2510;p51"/>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11" name="Google Shape;2511;p51"/>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12" name="Google Shape;2512;p51"/>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13" name="Google Shape;2513;p51"/>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14" name="Google Shape;2514;p51"/>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515" name="Google Shape;2515;p51"/>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516" name="Google Shape;2516;p51"/>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517" name="Google Shape;2517;p51"/>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518" name="Google Shape;2518;p51"/>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519" name="Google Shape;2519;p51"/>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520" name="Google Shape;2520;p51"/>
          <p:cNvGrpSpPr/>
          <p:nvPr/>
        </p:nvGrpSpPr>
        <p:grpSpPr>
          <a:xfrm>
            <a:off x="5334000" y="4267200"/>
            <a:ext cx="762000" cy="2016125"/>
            <a:chOff x="480" y="650"/>
            <a:chExt cx="480" cy="1270"/>
          </a:xfrm>
        </p:grpSpPr>
        <p:grpSp>
          <p:nvGrpSpPr>
            <p:cNvPr id="2521" name="Google Shape;2521;p51"/>
            <p:cNvGrpSpPr/>
            <p:nvPr/>
          </p:nvGrpSpPr>
          <p:grpSpPr>
            <a:xfrm>
              <a:off x="480" y="672"/>
              <a:ext cx="480" cy="1200"/>
              <a:chOff x="480" y="672"/>
              <a:chExt cx="480" cy="1200"/>
            </a:xfrm>
          </p:grpSpPr>
          <p:sp>
            <p:nvSpPr>
              <p:cNvPr id="2522" name="Google Shape;2522;p51"/>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23" name="Google Shape;2523;p51"/>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24" name="Google Shape;2524;p51"/>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25" name="Google Shape;2525;p51"/>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26" name="Google Shape;2526;p51"/>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27" name="Google Shape;2527;p51"/>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28" name="Google Shape;2528;p51"/>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29" name="Google Shape;2529;p51"/>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30" name="Google Shape;2530;p51"/>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31" name="Google Shape;2531;p51"/>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532" name="Google Shape;2532;p51"/>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533" name="Google Shape;2533;p51"/>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534" name="Google Shape;2534;p51"/>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535" name="Google Shape;2535;p51"/>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536" name="Google Shape;2536;p51"/>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537" name="Google Shape;2537;p51"/>
          <p:cNvGrpSpPr/>
          <p:nvPr/>
        </p:nvGrpSpPr>
        <p:grpSpPr>
          <a:xfrm>
            <a:off x="5334000" y="304800"/>
            <a:ext cx="762000" cy="2016125"/>
            <a:chOff x="480" y="650"/>
            <a:chExt cx="480" cy="1270"/>
          </a:xfrm>
        </p:grpSpPr>
        <p:grpSp>
          <p:nvGrpSpPr>
            <p:cNvPr id="2538" name="Google Shape;2538;p51"/>
            <p:cNvGrpSpPr/>
            <p:nvPr/>
          </p:nvGrpSpPr>
          <p:grpSpPr>
            <a:xfrm>
              <a:off x="480" y="672"/>
              <a:ext cx="480" cy="1200"/>
              <a:chOff x="480" y="672"/>
              <a:chExt cx="480" cy="1200"/>
            </a:xfrm>
          </p:grpSpPr>
          <p:sp>
            <p:nvSpPr>
              <p:cNvPr id="2539" name="Google Shape;2539;p51"/>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0" name="Google Shape;2540;p51"/>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1" name="Google Shape;2541;p51"/>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2" name="Google Shape;2542;p51"/>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3" name="Google Shape;2543;p51"/>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4" name="Google Shape;2544;p51"/>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5" name="Google Shape;2545;p51"/>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6" name="Google Shape;2546;p51"/>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7" name="Google Shape;2547;p51"/>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8" name="Google Shape;2548;p51"/>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549" name="Google Shape;2549;p51"/>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550" name="Google Shape;2550;p51"/>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551" name="Google Shape;2551;p51"/>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552" name="Google Shape;2552;p51"/>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553" name="Google Shape;2553;p51"/>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554" name="Google Shape;2554;p51"/>
          <p:cNvGrpSpPr/>
          <p:nvPr/>
        </p:nvGrpSpPr>
        <p:grpSpPr>
          <a:xfrm>
            <a:off x="1905000" y="4114800"/>
            <a:ext cx="762000" cy="2016125"/>
            <a:chOff x="480" y="650"/>
            <a:chExt cx="480" cy="1270"/>
          </a:xfrm>
        </p:grpSpPr>
        <p:grpSp>
          <p:nvGrpSpPr>
            <p:cNvPr id="2555" name="Google Shape;2555;p51"/>
            <p:cNvGrpSpPr/>
            <p:nvPr/>
          </p:nvGrpSpPr>
          <p:grpSpPr>
            <a:xfrm>
              <a:off x="480" y="672"/>
              <a:ext cx="480" cy="1200"/>
              <a:chOff x="480" y="672"/>
              <a:chExt cx="480" cy="1200"/>
            </a:xfrm>
          </p:grpSpPr>
          <p:sp>
            <p:nvSpPr>
              <p:cNvPr id="2556" name="Google Shape;2556;p51"/>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57" name="Google Shape;2557;p51"/>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58" name="Google Shape;2558;p51"/>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59" name="Google Shape;2559;p51"/>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0" name="Google Shape;2560;p51"/>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1" name="Google Shape;2561;p51"/>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2" name="Google Shape;2562;p51"/>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3" name="Google Shape;2563;p51"/>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4" name="Google Shape;2564;p51"/>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5" name="Google Shape;2565;p51"/>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566" name="Google Shape;2566;p51"/>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567" name="Google Shape;2567;p51"/>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568" name="Google Shape;2568;p51"/>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569" name="Google Shape;2569;p51"/>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570" name="Google Shape;2570;p51"/>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571" name="Google Shape;2571;p51"/>
          <p:cNvGrpSpPr/>
          <p:nvPr/>
        </p:nvGrpSpPr>
        <p:grpSpPr>
          <a:xfrm>
            <a:off x="7315200" y="2057400"/>
            <a:ext cx="762000" cy="2016125"/>
            <a:chOff x="480" y="650"/>
            <a:chExt cx="480" cy="1270"/>
          </a:xfrm>
        </p:grpSpPr>
        <p:grpSp>
          <p:nvGrpSpPr>
            <p:cNvPr id="2572" name="Google Shape;2572;p51"/>
            <p:cNvGrpSpPr/>
            <p:nvPr/>
          </p:nvGrpSpPr>
          <p:grpSpPr>
            <a:xfrm>
              <a:off x="480" y="672"/>
              <a:ext cx="480" cy="1200"/>
              <a:chOff x="480" y="672"/>
              <a:chExt cx="480" cy="1200"/>
            </a:xfrm>
          </p:grpSpPr>
          <p:sp>
            <p:nvSpPr>
              <p:cNvPr id="2573" name="Google Shape;2573;p51"/>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4" name="Google Shape;2574;p51"/>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5" name="Google Shape;2575;p51"/>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6" name="Google Shape;2576;p51"/>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7" name="Google Shape;2577;p51"/>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8" name="Google Shape;2578;p51"/>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9" name="Google Shape;2579;p51"/>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80" name="Google Shape;2580;p51"/>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81" name="Google Shape;2581;p51"/>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82" name="Google Shape;2582;p51"/>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583" name="Google Shape;2583;p51"/>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584" name="Google Shape;2584;p51"/>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585" name="Google Shape;2585;p51"/>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586" name="Google Shape;2586;p51"/>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587" name="Google Shape;2587;p51"/>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2588" name="Google Shape;2588;p51"/>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589" name="Google Shape;2589;p51"/>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590" name="Google Shape;2590;p51"/>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591" name="Google Shape;2591;p51"/>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592" name="Google Shape;2592;p51"/>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593" name="Google Shape;2593;p51"/>
          <p:cNvSpPr txBox="1"/>
          <p:nvPr/>
        </p:nvSpPr>
        <p:spPr>
          <a:xfrm>
            <a:off x="2270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8</a:t>
            </a:r>
            <a:endParaRPr sz="2400">
              <a:solidFill>
                <a:schemeClr val="dk1"/>
              </a:solidFill>
              <a:latin typeface="Times New Roman"/>
              <a:ea typeface="Times New Roman"/>
              <a:cs typeface="Times New Roman"/>
              <a:sym typeface="Times New Roman"/>
            </a:endParaRPr>
          </a:p>
        </p:txBody>
      </p:sp>
      <p:sp>
        <p:nvSpPr>
          <p:cNvPr id="2594" name="Google Shape;2594;p51"/>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595" name="Google Shape;2595;p51"/>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596" name="Google Shape;2596;p51"/>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597" name="Google Shape;2597;p51"/>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598" name="Google Shape;2598;p51"/>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599" name="Google Shape;2599;p51"/>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600" name="Google Shape;2600;p51"/>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601" name="Google Shape;2601;p51"/>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602" name="Google Shape;2602;p51"/>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603" name="Google Shape;2603;p51"/>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604" name="Google Shape;2604;p51"/>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605" name="Google Shape;2605;p51"/>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606" name="Google Shape;2606;p51"/>
          <p:cNvSpPr txBox="1"/>
          <p:nvPr/>
        </p:nvSpPr>
        <p:spPr>
          <a:xfrm>
            <a:off x="5699125" y="650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11</a:t>
            </a:r>
            <a:endParaRPr sz="2400">
              <a:solidFill>
                <a:srgbClr val="FF0000"/>
              </a:solidFill>
              <a:latin typeface="Times New Roman"/>
              <a:ea typeface="Times New Roman"/>
              <a:cs typeface="Times New Roman"/>
              <a:sym typeface="Times New Roman"/>
            </a:endParaRPr>
          </a:p>
        </p:txBody>
      </p:sp>
      <p:sp>
        <p:nvSpPr>
          <p:cNvPr id="2607" name="Google Shape;2607;p51"/>
          <p:cNvSpPr txBox="1"/>
          <p:nvPr/>
        </p:nvSpPr>
        <p:spPr>
          <a:xfrm>
            <a:off x="7680325" y="24796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11</a:t>
            </a:r>
            <a:endParaRPr sz="2400">
              <a:solidFill>
                <a:srgbClr val="FF0000"/>
              </a:solidFill>
              <a:latin typeface="Times New Roman"/>
              <a:ea typeface="Times New Roman"/>
              <a:cs typeface="Times New Roman"/>
              <a:sym typeface="Times New Roman"/>
            </a:endParaRPr>
          </a:p>
        </p:txBody>
      </p:sp>
      <p:sp>
        <p:nvSpPr>
          <p:cNvPr id="2608" name="Google Shape;2608;p51"/>
          <p:cNvSpPr txBox="1"/>
          <p:nvPr/>
        </p:nvSpPr>
        <p:spPr>
          <a:xfrm>
            <a:off x="2270125" y="4079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2609" name="Google Shape;2609;p51"/>
          <p:cNvSpPr txBox="1"/>
          <p:nvPr/>
        </p:nvSpPr>
        <p:spPr>
          <a:xfrm>
            <a:off x="5699125" y="4689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9</a:t>
            </a:r>
            <a:endParaRPr sz="2400">
              <a:solidFill>
                <a:schemeClr val="dk1"/>
              </a:solidFill>
              <a:latin typeface="Times New Roman"/>
              <a:ea typeface="Times New Roman"/>
              <a:cs typeface="Times New Roman"/>
              <a:sym typeface="Times New Roman"/>
            </a:endParaRPr>
          </a:p>
        </p:txBody>
      </p:sp>
      <p:sp>
        <p:nvSpPr>
          <p:cNvPr id="2610" name="Google Shape;2610;p51"/>
          <p:cNvSpPr txBox="1"/>
          <p:nvPr/>
        </p:nvSpPr>
        <p:spPr>
          <a:xfrm>
            <a:off x="2270125" y="4918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2611" name="Google Shape;2611;p51"/>
          <p:cNvSpPr txBox="1"/>
          <p:nvPr/>
        </p:nvSpPr>
        <p:spPr>
          <a:xfrm>
            <a:off x="2270125" y="5222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2612" name="Google Shape;2612;p51"/>
          <p:cNvSpPr txBox="1"/>
          <p:nvPr/>
        </p:nvSpPr>
        <p:spPr>
          <a:xfrm>
            <a:off x="2270125" y="5680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2613" name="Google Shape;2613;p51"/>
          <p:cNvSpPr txBox="1"/>
          <p:nvPr/>
        </p:nvSpPr>
        <p:spPr>
          <a:xfrm>
            <a:off x="6689725" y="4410075"/>
            <a:ext cx="1951038"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Counting</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to infinity…</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7" name="Shape 2617"/>
        <p:cNvGrpSpPr/>
        <p:nvPr/>
      </p:nvGrpSpPr>
      <p:grpSpPr>
        <a:xfrm>
          <a:off x="0" y="0"/>
          <a:ext cx="0" cy="0"/>
          <a:chOff x="0" y="0"/>
          <a:chExt cx="0" cy="0"/>
        </a:xfrm>
      </p:grpSpPr>
      <p:grpSp>
        <p:nvGrpSpPr>
          <p:cNvPr id="2618" name="Google Shape;2618;p52"/>
          <p:cNvGrpSpPr/>
          <p:nvPr/>
        </p:nvGrpSpPr>
        <p:grpSpPr>
          <a:xfrm>
            <a:off x="2514600" y="1905000"/>
            <a:ext cx="4570413" cy="2724150"/>
            <a:chOff x="1574" y="1020"/>
            <a:chExt cx="2879" cy="1709"/>
          </a:xfrm>
        </p:grpSpPr>
        <p:sp>
          <p:nvSpPr>
            <p:cNvPr id="2619" name="Google Shape;2619;p52"/>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20" name="Google Shape;2620;p52"/>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21" name="Google Shape;2621;p52"/>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22" name="Google Shape;2622;p52"/>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23" name="Google Shape;2623;p52"/>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624" name="Google Shape;2624;p52"/>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2625" name="Google Shape;2625;p52"/>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626" name="Google Shape;2626;p52"/>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627" name="Google Shape;2627;p52"/>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2628" name="Google Shape;2628;p52"/>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2629" name="Google Shape;2629;p52"/>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630" name="Google Shape;2630;p52"/>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2631" name="Google Shape;2631;p52"/>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632" name="Google Shape;2632;p52"/>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633" name="Google Shape;2633;p52"/>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634" name="Google Shape;2634;p52"/>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2635" name="Google Shape;2635;p52"/>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2636" name="Google Shape;2636;p52"/>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2637" name="Google Shape;2637;p52"/>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2638" name="Google Shape;2638;p52"/>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2639" name="Google Shape;2639;p52"/>
          <p:cNvGrpSpPr/>
          <p:nvPr/>
        </p:nvGrpSpPr>
        <p:grpSpPr>
          <a:xfrm>
            <a:off x="1905000" y="685800"/>
            <a:ext cx="762000" cy="2016125"/>
            <a:chOff x="480" y="650"/>
            <a:chExt cx="480" cy="1270"/>
          </a:xfrm>
        </p:grpSpPr>
        <p:grpSp>
          <p:nvGrpSpPr>
            <p:cNvPr id="2640" name="Google Shape;2640;p52"/>
            <p:cNvGrpSpPr/>
            <p:nvPr/>
          </p:nvGrpSpPr>
          <p:grpSpPr>
            <a:xfrm>
              <a:off x="480" y="672"/>
              <a:ext cx="480" cy="1200"/>
              <a:chOff x="480" y="672"/>
              <a:chExt cx="480" cy="1200"/>
            </a:xfrm>
          </p:grpSpPr>
          <p:sp>
            <p:nvSpPr>
              <p:cNvPr id="2641" name="Google Shape;2641;p52"/>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2" name="Google Shape;2642;p52"/>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3" name="Google Shape;2643;p52"/>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4" name="Google Shape;2644;p52"/>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5" name="Google Shape;2645;p52"/>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6" name="Google Shape;2646;p52"/>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7" name="Google Shape;2647;p52"/>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8" name="Google Shape;2648;p52"/>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9" name="Google Shape;2649;p52"/>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50" name="Google Shape;2650;p52"/>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651" name="Google Shape;2651;p52"/>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652" name="Google Shape;2652;p52"/>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653" name="Google Shape;2653;p52"/>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654" name="Google Shape;2654;p52"/>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655" name="Google Shape;2655;p52"/>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656" name="Google Shape;2656;p52"/>
          <p:cNvGrpSpPr/>
          <p:nvPr/>
        </p:nvGrpSpPr>
        <p:grpSpPr>
          <a:xfrm>
            <a:off x="5334000" y="4267200"/>
            <a:ext cx="762000" cy="2016125"/>
            <a:chOff x="480" y="650"/>
            <a:chExt cx="480" cy="1270"/>
          </a:xfrm>
        </p:grpSpPr>
        <p:grpSp>
          <p:nvGrpSpPr>
            <p:cNvPr id="2657" name="Google Shape;2657;p52"/>
            <p:cNvGrpSpPr/>
            <p:nvPr/>
          </p:nvGrpSpPr>
          <p:grpSpPr>
            <a:xfrm>
              <a:off x="480" y="672"/>
              <a:ext cx="480" cy="1200"/>
              <a:chOff x="480" y="672"/>
              <a:chExt cx="480" cy="1200"/>
            </a:xfrm>
          </p:grpSpPr>
          <p:sp>
            <p:nvSpPr>
              <p:cNvPr id="2658" name="Google Shape;2658;p52"/>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59" name="Google Shape;2659;p52"/>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0" name="Google Shape;2660;p52"/>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1" name="Google Shape;2661;p52"/>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2" name="Google Shape;2662;p52"/>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3" name="Google Shape;2663;p52"/>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4" name="Google Shape;2664;p52"/>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5" name="Google Shape;2665;p52"/>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6" name="Google Shape;2666;p52"/>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67" name="Google Shape;2667;p52"/>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668" name="Google Shape;2668;p52"/>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669" name="Google Shape;2669;p52"/>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670" name="Google Shape;2670;p52"/>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671" name="Google Shape;2671;p52"/>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672" name="Google Shape;2672;p52"/>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673" name="Google Shape;2673;p52"/>
          <p:cNvGrpSpPr/>
          <p:nvPr/>
        </p:nvGrpSpPr>
        <p:grpSpPr>
          <a:xfrm>
            <a:off x="5334000" y="304800"/>
            <a:ext cx="762000" cy="2016125"/>
            <a:chOff x="480" y="650"/>
            <a:chExt cx="480" cy="1270"/>
          </a:xfrm>
        </p:grpSpPr>
        <p:grpSp>
          <p:nvGrpSpPr>
            <p:cNvPr id="2674" name="Google Shape;2674;p52"/>
            <p:cNvGrpSpPr/>
            <p:nvPr/>
          </p:nvGrpSpPr>
          <p:grpSpPr>
            <a:xfrm>
              <a:off x="480" y="672"/>
              <a:ext cx="480" cy="1200"/>
              <a:chOff x="480" y="672"/>
              <a:chExt cx="480" cy="1200"/>
            </a:xfrm>
          </p:grpSpPr>
          <p:sp>
            <p:nvSpPr>
              <p:cNvPr id="2675" name="Google Shape;2675;p52"/>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76" name="Google Shape;2676;p52"/>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77" name="Google Shape;2677;p52"/>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78" name="Google Shape;2678;p52"/>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79" name="Google Shape;2679;p52"/>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0" name="Google Shape;2680;p52"/>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1" name="Google Shape;2681;p52"/>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2" name="Google Shape;2682;p52"/>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3" name="Google Shape;2683;p52"/>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84" name="Google Shape;2684;p52"/>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685" name="Google Shape;2685;p52"/>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686" name="Google Shape;2686;p52"/>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687" name="Google Shape;2687;p52"/>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688" name="Google Shape;2688;p52"/>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689" name="Google Shape;2689;p52"/>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690" name="Google Shape;2690;p52"/>
          <p:cNvGrpSpPr/>
          <p:nvPr/>
        </p:nvGrpSpPr>
        <p:grpSpPr>
          <a:xfrm>
            <a:off x="1905000" y="4114800"/>
            <a:ext cx="762000" cy="2016125"/>
            <a:chOff x="480" y="650"/>
            <a:chExt cx="480" cy="1270"/>
          </a:xfrm>
        </p:grpSpPr>
        <p:grpSp>
          <p:nvGrpSpPr>
            <p:cNvPr id="2691" name="Google Shape;2691;p52"/>
            <p:cNvGrpSpPr/>
            <p:nvPr/>
          </p:nvGrpSpPr>
          <p:grpSpPr>
            <a:xfrm>
              <a:off x="480" y="672"/>
              <a:ext cx="480" cy="1200"/>
              <a:chOff x="480" y="672"/>
              <a:chExt cx="480" cy="1200"/>
            </a:xfrm>
          </p:grpSpPr>
          <p:sp>
            <p:nvSpPr>
              <p:cNvPr id="2692" name="Google Shape;2692;p52"/>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3" name="Google Shape;2693;p52"/>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4" name="Google Shape;2694;p52"/>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5" name="Google Shape;2695;p52"/>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6" name="Google Shape;2696;p52"/>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7" name="Google Shape;2697;p52"/>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8" name="Google Shape;2698;p52"/>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99" name="Google Shape;2699;p52"/>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00" name="Google Shape;2700;p52"/>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01" name="Google Shape;2701;p52"/>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702" name="Google Shape;2702;p52"/>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703" name="Google Shape;2703;p52"/>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704" name="Google Shape;2704;p52"/>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705" name="Google Shape;2705;p52"/>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706" name="Google Shape;2706;p52"/>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707" name="Google Shape;2707;p52"/>
          <p:cNvGrpSpPr/>
          <p:nvPr/>
        </p:nvGrpSpPr>
        <p:grpSpPr>
          <a:xfrm>
            <a:off x="7315200" y="2057400"/>
            <a:ext cx="762000" cy="2016125"/>
            <a:chOff x="480" y="650"/>
            <a:chExt cx="480" cy="1270"/>
          </a:xfrm>
        </p:grpSpPr>
        <p:grpSp>
          <p:nvGrpSpPr>
            <p:cNvPr id="2708" name="Google Shape;2708;p52"/>
            <p:cNvGrpSpPr/>
            <p:nvPr/>
          </p:nvGrpSpPr>
          <p:grpSpPr>
            <a:xfrm>
              <a:off x="480" y="672"/>
              <a:ext cx="480" cy="1200"/>
              <a:chOff x="480" y="672"/>
              <a:chExt cx="480" cy="1200"/>
            </a:xfrm>
          </p:grpSpPr>
          <p:sp>
            <p:nvSpPr>
              <p:cNvPr id="2709" name="Google Shape;2709;p52"/>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0" name="Google Shape;2710;p52"/>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1" name="Google Shape;2711;p52"/>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2" name="Google Shape;2712;p52"/>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3" name="Google Shape;2713;p52"/>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4" name="Google Shape;2714;p52"/>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5" name="Google Shape;2715;p52"/>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6" name="Google Shape;2716;p52"/>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7" name="Google Shape;2717;p52"/>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8" name="Google Shape;2718;p52"/>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719" name="Google Shape;2719;p52"/>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720" name="Google Shape;2720;p52"/>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721" name="Google Shape;2721;p52"/>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722" name="Google Shape;2722;p52"/>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723" name="Google Shape;2723;p52"/>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2724" name="Google Shape;2724;p52"/>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725" name="Google Shape;2725;p52"/>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726" name="Google Shape;2726;p52"/>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727" name="Google Shape;2727;p52"/>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728" name="Google Shape;2728;p52"/>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729" name="Google Shape;2729;p52"/>
          <p:cNvSpPr txBox="1"/>
          <p:nvPr/>
        </p:nvSpPr>
        <p:spPr>
          <a:xfrm>
            <a:off x="2270125" y="103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10</a:t>
            </a:r>
            <a:endParaRPr sz="2400">
              <a:solidFill>
                <a:srgbClr val="FF0000"/>
              </a:solidFill>
              <a:latin typeface="Times New Roman"/>
              <a:ea typeface="Times New Roman"/>
              <a:cs typeface="Times New Roman"/>
              <a:sym typeface="Times New Roman"/>
            </a:endParaRPr>
          </a:p>
        </p:txBody>
      </p:sp>
      <p:sp>
        <p:nvSpPr>
          <p:cNvPr id="2730" name="Google Shape;2730;p52"/>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731" name="Google Shape;2731;p52"/>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732" name="Google Shape;2732;p52"/>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733" name="Google Shape;2733;p52"/>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734" name="Google Shape;2734;p52"/>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735" name="Google Shape;2735;p52"/>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736" name="Google Shape;2736;p52"/>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737" name="Google Shape;2737;p52"/>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738" name="Google Shape;2738;p52"/>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739" name="Google Shape;2739;p52"/>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740" name="Google Shape;2740;p52"/>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741" name="Google Shape;2741;p52"/>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742" name="Google Shape;2742;p52"/>
          <p:cNvSpPr txBox="1"/>
          <p:nvPr/>
        </p:nvSpPr>
        <p:spPr>
          <a:xfrm>
            <a:off x="5699125" y="650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2743" name="Google Shape;2743;p52"/>
          <p:cNvSpPr txBox="1"/>
          <p:nvPr/>
        </p:nvSpPr>
        <p:spPr>
          <a:xfrm>
            <a:off x="7680325" y="24796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2744" name="Google Shape;2744;p52"/>
          <p:cNvSpPr txBox="1"/>
          <p:nvPr/>
        </p:nvSpPr>
        <p:spPr>
          <a:xfrm>
            <a:off x="2270125" y="4079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2745" name="Google Shape;2745;p52"/>
          <p:cNvSpPr txBox="1"/>
          <p:nvPr/>
        </p:nvSpPr>
        <p:spPr>
          <a:xfrm>
            <a:off x="5699125" y="46894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13</a:t>
            </a:r>
            <a:endParaRPr sz="2400">
              <a:solidFill>
                <a:srgbClr val="FF0000"/>
              </a:solidFill>
              <a:latin typeface="Times New Roman"/>
              <a:ea typeface="Times New Roman"/>
              <a:cs typeface="Times New Roman"/>
              <a:sym typeface="Times New Roman"/>
            </a:endParaRPr>
          </a:p>
        </p:txBody>
      </p:sp>
      <p:sp>
        <p:nvSpPr>
          <p:cNvPr id="2746" name="Google Shape;2746;p52"/>
          <p:cNvSpPr txBox="1"/>
          <p:nvPr/>
        </p:nvSpPr>
        <p:spPr>
          <a:xfrm>
            <a:off x="2270125" y="4918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2747" name="Google Shape;2747;p52"/>
          <p:cNvSpPr txBox="1"/>
          <p:nvPr/>
        </p:nvSpPr>
        <p:spPr>
          <a:xfrm>
            <a:off x="2270125" y="5222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2748" name="Google Shape;2748;p52"/>
          <p:cNvSpPr txBox="1"/>
          <p:nvPr/>
        </p:nvSpPr>
        <p:spPr>
          <a:xfrm>
            <a:off x="2270125" y="5680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2" name="Shape 2752"/>
        <p:cNvGrpSpPr/>
        <p:nvPr/>
      </p:nvGrpSpPr>
      <p:grpSpPr>
        <a:xfrm>
          <a:off x="0" y="0"/>
          <a:ext cx="0" cy="0"/>
          <a:chOff x="0" y="0"/>
          <a:chExt cx="0" cy="0"/>
        </a:xfrm>
      </p:grpSpPr>
      <p:grpSp>
        <p:nvGrpSpPr>
          <p:cNvPr id="2753" name="Google Shape;2753;p53"/>
          <p:cNvGrpSpPr/>
          <p:nvPr/>
        </p:nvGrpSpPr>
        <p:grpSpPr>
          <a:xfrm>
            <a:off x="2514600" y="1905000"/>
            <a:ext cx="4570413" cy="2724150"/>
            <a:chOff x="1574" y="1020"/>
            <a:chExt cx="2879" cy="1709"/>
          </a:xfrm>
        </p:grpSpPr>
        <p:sp>
          <p:nvSpPr>
            <p:cNvPr id="2754" name="Google Shape;2754;p53"/>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55" name="Google Shape;2755;p53"/>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56" name="Google Shape;2756;p53"/>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57" name="Google Shape;2757;p53"/>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58" name="Google Shape;2758;p53"/>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759" name="Google Shape;2759;p53"/>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2760" name="Google Shape;2760;p53"/>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761" name="Google Shape;2761;p53"/>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762" name="Google Shape;2762;p53"/>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2763" name="Google Shape;2763;p53"/>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2764" name="Google Shape;2764;p53"/>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765" name="Google Shape;2765;p53"/>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2766" name="Google Shape;2766;p53"/>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767" name="Google Shape;2767;p53"/>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768" name="Google Shape;2768;p53"/>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769" name="Google Shape;2769;p53"/>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2770" name="Google Shape;2770;p53"/>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2771" name="Google Shape;2771;p53"/>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2772" name="Google Shape;2772;p53"/>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2773" name="Google Shape;2773;p53"/>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2774" name="Google Shape;2774;p53"/>
          <p:cNvGrpSpPr/>
          <p:nvPr/>
        </p:nvGrpSpPr>
        <p:grpSpPr>
          <a:xfrm>
            <a:off x="1905000" y="685800"/>
            <a:ext cx="762000" cy="2016125"/>
            <a:chOff x="480" y="650"/>
            <a:chExt cx="480" cy="1270"/>
          </a:xfrm>
        </p:grpSpPr>
        <p:grpSp>
          <p:nvGrpSpPr>
            <p:cNvPr id="2775" name="Google Shape;2775;p53"/>
            <p:cNvGrpSpPr/>
            <p:nvPr/>
          </p:nvGrpSpPr>
          <p:grpSpPr>
            <a:xfrm>
              <a:off x="480" y="672"/>
              <a:ext cx="480" cy="1200"/>
              <a:chOff x="480" y="672"/>
              <a:chExt cx="480" cy="1200"/>
            </a:xfrm>
          </p:grpSpPr>
          <p:sp>
            <p:nvSpPr>
              <p:cNvPr id="2776" name="Google Shape;2776;p53"/>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77" name="Google Shape;2777;p53"/>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78" name="Google Shape;2778;p53"/>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79" name="Google Shape;2779;p53"/>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0" name="Google Shape;2780;p53"/>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1" name="Google Shape;2781;p53"/>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2" name="Google Shape;2782;p53"/>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3" name="Google Shape;2783;p53"/>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4" name="Google Shape;2784;p53"/>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5" name="Google Shape;2785;p53"/>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786" name="Google Shape;2786;p53"/>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787" name="Google Shape;2787;p53"/>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788" name="Google Shape;2788;p53"/>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789" name="Google Shape;2789;p53"/>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790" name="Google Shape;2790;p53"/>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791" name="Google Shape;2791;p53"/>
          <p:cNvGrpSpPr/>
          <p:nvPr/>
        </p:nvGrpSpPr>
        <p:grpSpPr>
          <a:xfrm>
            <a:off x="5334000" y="4267200"/>
            <a:ext cx="762000" cy="2016125"/>
            <a:chOff x="480" y="650"/>
            <a:chExt cx="480" cy="1270"/>
          </a:xfrm>
        </p:grpSpPr>
        <p:grpSp>
          <p:nvGrpSpPr>
            <p:cNvPr id="2792" name="Google Shape;2792;p53"/>
            <p:cNvGrpSpPr/>
            <p:nvPr/>
          </p:nvGrpSpPr>
          <p:grpSpPr>
            <a:xfrm>
              <a:off x="480" y="672"/>
              <a:ext cx="480" cy="1200"/>
              <a:chOff x="480" y="672"/>
              <a:chExt cx="480" cy="1200"/>
            </a:xfrm>
          </p:grpSpPr>
          <p:sp>
            <p:nvSpPr>
              <p:cNvPr id="2793" name="Google Shape;2793;p53"/>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4" name="Google Shape;2794;p53"/>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5" name="Google Shape;2795;p53"/>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6" name="Google Shape;2796;p53"/>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7" name="Google Shape;2797;p53"/>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8" name="Google Shape;2798;p53"/>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9" name="Google Shape;2799;p53"/>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00" name="Google Shape;2800;p53"/>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01" name="Google Shape;2801;p53"/>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02" name="Google Shape;2802;p53"/>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803" name="Google Shape;2803;p53"/>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804" name="Google Shape;2804;p53"/>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805" name="Google Shape;2805;p53"/>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806" name="Google Shape;2806;p53"/>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807" name="Google Shape;2807;p53"/>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808" name="Google Shape;2808;p53"/>
          <p:cNvGrpSpPr/>
          <p:nvPr/>
        </p:nvGrpSpPr>
        <p:grpSpPr>
          <a:xfrm>
            <a:off x="5334000" y="304800"/>
            <a:ext cx="762000" cy="2016125"/>
            <a:chOff x="480" y="650"/>
            <a:chExt cx="480" cy="1270"/>
          </a:xfrm>
        </p:grpSpPr>
        <p:grpSp>
          <p:nvGrpSpPr>
            <p:cNvPr id="2809" name="Google Shape;2809;p53"/>
            <p:cNvGrpSpPr/>
            <p:nvPr/>
          </p:nvGrpSpPr>
          <p:grpSpPr>
            <a:xfrm>
              <a:off x="480" y="672"/>
              <a:ext cx="480" cy="1200"/>
              <a:chOff x="480" y="672"/>
              <a:chExt cx="480" cy="1200"/>
            </a:xfrm>
          </p:grpSpPr>
          <p:sp>
            <p:nvSpPr>
              <p:cNvPr id="2810" name="Google Shape;2810;p53"/>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1" name="Google Shape;2811;p53"/>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2" name="Google Shape;2812;p53"/>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3" name="Google Shape;2813;p53"/>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4" name="Google Shape;2814;p53"/>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5" name="Google Shape;2815;p53"/>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6" name="Google Shape;2816;p53"/>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7" name="Google Shape;2817;p53"/>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8" name="Google Shape;2818;p53"/>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9" name="Google Shape;2819;p53"/>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820" name="Google Shape;2820;p53"/>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821" name="Google Shape;2821;p53"/>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822" name="Google Shape;2822;p53"/>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823" name="Google Shape;2823;p53"/>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824" name="Google Shape;2824;p53"/>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825" name="Google Shape;2825;p53"/>
          <p:cNvGrpSpPr/>
          <p:nvPr/>
        </p:nvGrpSpPr>
        <p:grpSpPr>
          <a:xfrm>
            <a:off x="1905000" y="4114800"/>
            <a:ext cx="762000" cy="2016125"/>
            <a:chOff x="480" y="650"/>
            <a:chExt cx="480" cy="1270"/>
          </a:xfrm>
        </p:grpSpPr>
        <p:grpSp>
          <p:nvGrpSpPr>
            <p:cNvPr id="2826" name="Google Shape;2826;p53"/>
            <p:cNvGrpSpPr/>
            <p:nvPr/>
          </p:nvGrpSpPr>
          <p:grpSpPr>
            <a:xfrm>
              <a:off x="480" y="672"/>
              <a:ext cx="480" cy="1200"/>
              <a:chOff x="480" y="672"/>
              <a:chExt cx="480" cy="1200"/>
            </a:xfrm>
          </p:grpSpPr>
          <p:sp>
            <p:nvSpPr>
              <p:cNvPr id="2827" name="Google Shape;2827;p53"/>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28" name="Google Shape;2828;p53"/>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29" name="Google Shape;2829;p53"/>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0" name="Google Shape;2830;p53"/>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1" name="Google Shape;2831;p53"/>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2" name="Google Shape;2832;p53"/>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3" name="Google Shape;2833;p53"/>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4" name="Google Shape;2834;p53"/>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5" name="Google Shape;2835;p53"/>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6" name="Google Shape;2836;p53"/>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837" name="Google Shape;2837;p53"/>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838" name="Google Shape;2838;p53"/>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839" name="Google Shape;2839;p53"/>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840" name="Google Shape;2840;p53"/>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841" name="Google Shape;2841;p53"/>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842" name="Google Shape;2842;p53"/>
          <p:cNvGrpSpPr/>
          <p:nvPr/>
        </p:nvGrpSpPr>
        <p:grpSpPr>
          <a:xfrm>
            <a:off x="7315200" y="2057400"/>
            <a:ext cx="762000" cy="2016125"/>
            <a:chOff x="480" y="650"/>
            <a:chExt cx="480" cy="1270"/>
          </a:xfrm>
        </p:grpSpPr>
        <p:grpSp>
          <p:nvGrpSpPr>
            <p:cNvPr id="2843" name="Google Shape;2843;p53"/>
            <p:cNvGrpSpPr/>
            <p:nvPr/>
          </p:nvGrpSpPr>
          <p:grpSpPr>
            <a:xfrm>
              <a:off x="480" y="672"/>
              <a:ext cx="480" cy="1200"/>
              <a:chOff x="480" y="672"/>
              <a:chExt cx="480" cy="1200"/>
            </a:xfrm>
          </p:grpSpPr>
          <p:sp>
            <p:nvSpPr>
              <p:cNvPr id="2844" name="Google Shape;2844;p53"/>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45" name="Google Shape;2845;p53"/>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46" name="Google Shape;2846;p53"/>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47" name="Google Shape;2847;p53"/>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48" name="Google Shape;2848;p53"/>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49" name="Google Shape;2849;p53"/>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50" name="Google Shape;2850;p53"/>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51" name="Google Shape;2851;p53"/>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52" name="Google Shape;2852;p53"/>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53" name="Google Shape;2853;p53"/>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854" name="Google Shape;2854;p53"/>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855" name="Google Shape;2855;p53"/>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856" name="Google Shape;2856;p53"/>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857" name="Google Shape;2857;p53"/>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858" name="Google Shape;2858;p53"/>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2859" name="Google Shape;2859;p53"/>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860" name="Google Shape;2860;p53"/>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861" name="Google Shape;2861;p53"/>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862" name="Google Shape;2862;p53"/>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863" name="Google Shape;2863;p53"/>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864" name="Google Shape;2864;p53"/>
          <p:cNvSpPr txBox="1"/>
          <p:nvPr/>
        </p:nvSpPr>
        <p:spPr>
          <a:xfrm>
            <a:off x="2270125" y="103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2865" name="Google Shape;2865;p53"/>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866" name="Google Shape;2866;p53"/>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867" name="Google Shape;2867;p53"/>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868" name="Google Shape;2868;p53"/>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869" name="Google Shape;2869;p53"/>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870" name="Google Shape;2870;p53"/>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871" name="Google Shape;2871;p53"/>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2872" name="Google Shape;2872;p53"/>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2873" name="Google Shape;2873;p53"/>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874" name="Google Shape;2874;p53"/>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875" name="Google Shape;2875;p53"/>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876" name="Google Shape;2876;p53"/>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2877" name="Google Shape;2877;p53"/>
          <p:cNvSpPr txBox="1"/>
          <p:nvPr/>
        </p:nvSpPr>
        <p:spPr>
          <a:xfrm>
            <a:off x="5699125" y="650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11</a:t>
            </a:r>
            <a:endParaRPr sz="2400">
              <a:solidFill>
                <a:srgbClr val="FF0000"/>
              </a:solidFill>
              <a:latin typeface="Times New Roman"/>
              <a:ea typeface="Times New Roman"/>
              <a:cs typeface="Times New Roman"/>
              <a:sym typeface="Times New Roman"/>
            </a:endParaRPr>
          </a:p>
        </p:txBody>
      </p:sp>
      <p:sp>
        <p:nvSpPr>
          <p:cNvPr id="2878" name="Google Shape;2878;p53"/>
          <p:cNvSpPr txBox="1"/>
          <p:nvPr/>
        </p:nvSpPr>
        <p:spPr>
          <a:xfrm>
            <a:off x="7680325" y="24796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13</a:t>
            </a:r>
            <a:endParaRPr sz="2400">
              <a:solidFill>
                <a:srgbClr val="FF0000"/>
              </a:solidFill>
              <a:latin typeface="Times New Roman"/>
              <a:ea typeface="Times New Roman"/>
              <a:cs typeface="Times New Roman"/>
              <a:sym typeface="Times New Roman"/>
            </a:endParaRPr>
          </a:p>
        </p:txBody>
      </p:sp>
      <p:sp>
        <p:nvSpPr>
          <p:cNvPr id="2879" name="Google Shape;2879;p53"/>
          <p:cNvSpPr txBox="1"/>
          <p:nvPr/>
        </p:nvSpPr>
        <p:spPr>
          <a:xfrm>
            <a:off x="2270125" y="4079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2880" name="Google Shape;2880;p53"/>
          <p:cNvSpPr txBox="1"/>
          <p:nvPr/>
        </p:nvSpPr>
        <p:spPr>
          <a:xfrm>
            <a:off x="5699125" y="46894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2881" name="Google Shape;2881;p53"/>
          <p:cNvSpPr txBox="1"/>
          <p:nvPr/>
        </p:nvSpPr>
        <p:spPr>
          <a:xfrm>
            <a:off x="2270125" y="4918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2882" name="Google Shape;2882;p53"/>
          <p:cNvSpPr txBox="1"/>
          <p:nvPr/>
        </p:nvSpPr>
        <p:spPr>
          <a:xfrm>
            <a:off x="2270125" y="5222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2883" name="Google Shape;2883;p53"/>
          <p:cNvSpPr txBox="1"/>
          <p:nvPr/>
        </p:nvSpPr>
        <p:spPr>
          <a:xfrm>
            <a:off x="2270125" y="5680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7" name="Shape 2887"/>
        <p:cNvGrpSpPr/>
        <p:nvPr/>
      </p:nvGrpSpPr>
      <p:grpSpPr>
        <a:xfrm>
          <a:off x="0" y="0"/>
          <a:ext cx="0" cy="0"/>
          <a:chOff x="0" y="0"/>
          <a:chExt cx="0" cy="0"/>
        </a:xfrm>
      </p:grpSpPr>
      <p:grpSp>
        <p:nvGrpSpPr>
          <p:cNvPr id="2888" name="Google Shape;2888;p54"/>
          <p:cNvGrpSpPr/>
          <p:nvPr/>
        </p:nvGrpSpPr>
        <p:grpSpPr>
          <a:xfrm>
            <a:off x="2514600" y="1905000"/>
            <a:ext cx="4570413" cy="2724150"/>
            <a:chOff x="1574" y="1020"/>
            <a:chExt cx="2879" cy="1709"/>
          </a:xfrm>
        </p:grpSpPr>
        <p:sp>
          <p:nvSpPr>
            <p:cNvPr id="2889" name="Google Shape;2889;p54"/>
            <p:cNvSpPr/>
            <p:nvPr/>
          </p:nvSpPr>
          <p:spPr>
            <a:xfrm>
              <a:off x="1872"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90" name="Google Shape;2890;p54"/>
            <p:cNvSpPr/>
            <p:nvPr/>
          </p:nvSpPr>
          <p:spPr>
            <a:xfrm>
              <a:off x="1920"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91" name="Google Shape;2891;p54"/>
            <p:cNvSpPr/>
            <p:nvPr/>
          </p:nvSpPr>
          <p:spPr>
            <a:xfrm>
              <a:off x="3024" y="2208"/>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92" name="Google Shape;2892;p54"/>
            <p:cNvSpPr/>
            <p:nvPr/>
          </p:nvSpPr>
          <p:spPr>
            <a:xfrm>
              <a:off x="3936" y="1920"/>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93" name="Google Shape;2893;p54"/>
            <p:cNvSpPr/>
            <p:nvPr/>
          </p:nvSpPr>
          <p:spPr>
            <a:xfrm>
              <a:off x="2976" y="1344"/>
              <a:ext cx="192" cy="19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894" name="Google Shape;2894;p54"/>
            <p:cNvCxnSpPr/>
            <p:nvPr/>
          </p:nvCxnSpPr>
          <p:spPr>
            <a:xfrm>
              <a:off x="2064" y="1440"/>
              <a:ext cx="912" cy="0"/>
            </a:xfrm>
            <a:prstGeom prst="straightConnector1">
              <a:avLst/>
            </a:prstGeom>
            <a:noFill/>
            <a:ln cap="flat" cmpd="sng" w="9525">
              <a:solidFill>
                <a:schemeClr val="dk1"/>
              </a:solidFill>
              <a:prstDash val="solid"/>
              <a:round/>
              <a:headEnd len="med" w="med" type="none"/>
              <a:tailEnd len="med" w="med" type="none"/>
            </a:ln>
          </p:spPr>
        </p:cxnSp>
        <p:cxnSp>
          <p:nvCxnSpPr>
            <p:cNvPr id="2895" name="Google Shape;2895;p54"/>
            <p:cNvCxnSpPr/>
            <p:nvPr/>
          </p:nvCxnSpPr>
          <p:spPr>
            <a:xfrm>
              <a:off x="1968"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896" name="Google Shape;2896;p54"/>
            <p:cNvCxnSpPr/>
            <p:nvPr/>
          </p:nvCxnSpPr>
          <p:spPr>
            <a:xfrm>
              <a:off x="3072" y="1536"/>
              <a:ext cx="48" cy="672"/>
            </a:xfrm>
            <a:prstGeom prst="straightConnector1">
              <a:avLst/>
            </a:prstGeom>
            <a:noFill/>
            <a:ln cap="flat" cmpd="sng" w="9525">
              <a:solidFill>
                <a:schemeClr val="dk1"/>
              </a:solidFill>
              <a:prstDash val="solid"/>
              <a:round/>
              <a:headEnd len="med" w="med" type="none"/>
              <a:tailEnd len="med" w="med" type="none"/>
            </a:ln>
          </p:spPr>
        </p:cxnSp>
        <p:cxnSp>
          <p:nvCxnSpPr>
            <p:cNvPr id="2897" name="Google Shape;2897;p54"/>
            <p:cNvCxnSpPr/>
            <p:nvPr/>
          </p:nvCxnSpPr>
          <p:spPr>
            <a:xfrm>
              <a:off x="3168" y="1440"/>
              <a:ext cx="816" cy="528"/>
            </a:xfrm>
            <a:prstGeom prst="straightConnector1">
              <a:avLst/>
            </a:prstGeom>
            <a:noFill/>
            <a:ln cap="flat" cmpd="sng" w="9525">
              <a:solidFill>
                <a:schemeClr val="dk1"/>
              </a:solidFill>
              <a:prstDash val="solid"/>
              <a:round/>
              <a:headEnd len="med" w="med" type="none"/>
              <a:tailEnd len="med" w="med" type="none"/>
            </a:ln>
          </p:spPr>
        </p:cxnSp>
        <p:cxnSp>
          <p:nvCxnSpPr>
            <p:cNvPr id="2898" name="Google Shape;2898;p54"/>
            <p:cNvCxnSpPr/>
            <p:nvPr/>
          </p:nvCxnSpPr>
          <p:spPr>
            <a:xfrm flipH="1" rot="10800000">
              <a:off x="3216" y="2064"/>
              <a:ext cx="768" cy="240"/>
            </a:xfrm>
            <a:prstGeom prst="straightConnector1">
              <a:avLst/>
            </a:prstGeom>
            <a:noFill/>
            <a:ln cap="flat" cmpd="sng" w="9525">
              <a:solidFill>
                <a:schemeClr val="dk1"/>
              </a:solidFill>
              <a:prstDash val="solid"/>
              <a:round/>
              <a:headEnd len="med" w="med" type="none"/>
              <a:tailEnd len="med" w="med" type="none"/>
            </a:ln>
          </p:spPr>
        </p:cxnSp>
        <p:sp>
          <p:nvSpPr>
            <p:cNvPr id="2899" name="Google Shape;2899;p54"/>
            <p:cNvSpPr txBox="1"/>
            <p:nvPr/>
          </p:nvSpPr>
          <p:spPr>
            <a:xfrm>
              <a:off x="2342" y="1161"/>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a:t>
              </a:r>
              <a:endParaRPr sz="2000">
                <a:solidFill>
                  <a:schemeClr val="dk1"/>
                </a:solidFill>
                <a:latin typeface="Times New Roman"/>
                <a:ea typeface="Times New Roman"/>
                <a:cs typeface="Times New Roman"/>
                <a:sym typeface="Times New Roman"/>
              </a:endParaRPr>
            </a:p>
          </p:txBody>
        </p:sp>
        <p:sp>
          <p:nvSpPr>
            <p:cNvPr id="2900" name="Google Shape;2900;p54"/>
            <p:cNvSpPr txBox="1"/>
            <p:nvPr/>
          </p:nvSpPr>
          <p:spPr>
            <a:xfrm>
              <a:off x="1574" y="1833"/>
              <a:ext cx="27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10</a:t>
              </a:r>
              <a:endParaRPr sz="2000">
                <a:solidFill>
                  <a:schemeClr val="dk1"/>
                </a:solidFill>
                <a:latin typeface="Times New Roman"/>
                <a:ea typeface="Times New Roman"/>
                <a:cs typeface="Times New Roman"/>
                <a:sym typeface="Times New Roman"/>
              </a:endParaRPr>
            </a:p>
          </p:txBody>
        </p:sp>
        <p:sp>
          <p:nvSpPr>
            <p:cNvPr id="2901" name="Google Shape;2901;p54"/>
            <p:cNvSpPr txBox="1"/>
            <p:nvPr/>
          </p:nvSpPr>
          <p:spPr>
            <a:xfrm>
              <a:off x="3110" y="1785"/>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902" name="Google Shape;2902;p54"/>
            <p:cNvSpPr txBox="1"/>
            <p:nvPr/>
          </p:nvSpPr>
          <p:spPr>
            <a:xfrm>
              <a:off x="3446" y="1353"/>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903" name="Google Shape;2903;p54"/>
            <p:cNvSpPr txBox="1"/>
            <p:nvPr/>
          </p:nvSpPr>
          <p:spPr>
            <a:xfrm>
              <a:off x="3542" y="2169"/>
              <a:ext cx="196"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2</a:t>
              </a:r>
              <a:endParaRPr sz="2000">
                <a:solidFill>
                  <a:schemeClr val="dk1"/>
                </a:solidFill>
                <a:latin typeface="Times New Roman"/>
                <a:ea typeface="Times New Roman"/>
                <a:cs typeface="Times New Roman"/>
                <a:sym typeface="Times New Roman"/>
              </a:endParaRPr>
            </a:p>
          </p:txBody>
        </p:sp>
        <p:sp>
          <p:nvSpPr>
            <p:cNvPr id="2904" name="Google Shape;2904;p54"/>
            <p:cNvSpPr txBox="1"/>
            <p:nvPr/>
          </p:nvSpPr>
          <p:spPr>
            <a:xfrm>
              <a:off x="1718" y="1068"/>
              <a:ext cx="301"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a:t>
              </a:r>
              <a:endParaRPr b="1" sz="3200">
                <a:solidFill>
                  <a:schemeClr val="dk1"/>
                </a:solidFill>
                <a:latin typeface="Times New Roman"/>
                <a:ea typeface="Times New Roman"/>
                <a:cs typeface="Times New Roman"/>
                <a:sym typeface="Times New Roman"/>
              </a:endParaRPr>
            </a:p>
          </p:txBody>
        </p:sp>
        <p:sp>
          <p:nvSpPr>
            <p:cNvPr id="2905" name="Google Shape;2905;p54"/>
            <p:cNvSpPr txBox="1"/>
            <p:nvPr/>
          </p:nvSpPr>
          <p:spPr>
            <a:xfrm>
              <a:off x="1814" y="2316"/>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B</a:t>
              </a:r>
              <a:endParaRPr b="1" sz="3200">
                <a:solidFill>
                  <a:schemeClr val="dk1"/>
                </a:solidFill>
                <a:latin typeface="Times New Roman"/>
                <a:ea typeface="Times New Roman"/>
                <a:cs typeface="Times New Roman"/>
                <a:sym typeface="Times New Roman"/>
              </a:endParaRPr>
            </a:p>
          </p:txBody>
        </p:sp>
        <p:sp>
          <p:nvSpPr>
            <p:cNvPr id="2906" name="Google Shape;2906;p54"/>
            <p:cNvSpPr txBox="1"/>
            <p:nvPr/>
          </p:nvSpPr>
          <p:spPr>
            <a:xfrm>
              <a:off x="3062" y="2364"/>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C</a:t>
              </a:r>
              <a:endParaRPr b="1" sz="3200">
                <a:solidFill>
                  <a:schemeClr val="dk1"/>
                </a:solidFill>
                <a:latin typeface="Times New Roman"/>
                <a:ea typeface="Times New Roman"/>
                <a:cs typeface="Times New Roman"/>
                <a:sym typeface="Times New Roman"/>
              </a:endParaRPr>
            </a:p>
          </p:txBody>
        </p:sp>
        <p:sp>
          <p:nvSpPr>
            <p:cNvPr id="2907" name="Google Shape;2907;p54"/>
            <p:cNvSpPr txBox="1"/>
            <p:nvPr/>
          </p:nvSpPr>
          <p:spPr>
            <a:xfrm>
              <a:off x="4166" y="1788"/>
              <a:ext cx="287" cy="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E</a:t>
              </a:r>
              <a:endParaRPr b="1" sz="3200">
                <a:solidFill>
                  <a:schemeClr val="dk1"/>
                </a:solidFill>
                <a:latin typeface="Times New Roman"/>
                <a:ea typeface="Times New Roman"/>
                <a:cs typeface="Times New Roman"/>
                <a:sym typeface="Times New Roman"/>
              </a:endParaRPr>
            </a:p>
          </p:txBody>
        </p:sp>
        <p:sp>
          <p:nvSpPr>
            <p:cNvPr id="2908" name="Google Shape;2908;p54"/>
            <p:cNvSpPr txBox="1"/>
            <p:nvPr/>
          </p:nvSpPr>
          <p:spPr>
            <a:xfrm>
              <a:off x="3062" y="1020"/>
              <a:ext cx="301"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D</a:t>
              </a:r>
              <a:endParaRPr b="1" sz="3200">
                <a:solidFill>
                  <a:schemeClr val="dk1"/>
                </a:solidFill>
                <a:latin typeface="Times New Roman"/>
                <a:ea typeface="Times New Roman"/>
                <a:cs typeface="Times New Roman"/>
                <a:sym typeface="Times New Roman"/>
              </a:endParaRPr>
            </a:p>
          </p:txBody>
        </p:sp>
      </p:grpSp>
      <p:grpSp>
        <p:nvGrpSpPr>
          <p:cNvPr id="2909" name="Google Shape;2909;p54"/>
          <p:cNvGrpSpPr/>
          <p:nvPr/>
        </p:nvGrpSpPr>
        <p:grpSpPr>
          <a:xfrm>
            <a:off x="1905000" y="685800"/>
            <a:ext cx="762000" cy="2016125"/>
            <a:chOff x="480" y="650"/>
            <a:chExt cx="480" cy="1270"/>
          </a:xfrm>
        </p:grpSpPr>
        <p:grpSp>
          <p:nvGrpSpPr>
            <p:cNvPr id="2910" name="Google Shape;2910;p54"/>
            <p:cNvGrpSpPr/>
            <p:nvPr/>
          </p:nvGrpSpPr>
          <p:grpSpPr>
            <a:xfrm>
              <a:off x="480" y="672"/>
              <a:ext cx="480" cy="1200"/>
              <a:chOff x="480" y="672"/>
              <a:chExt cx="480" cy="1200"/>
            </a:xfrm>
          </p:grpSpPr>
          <p:sp>
            <p:nvSpPr>
              <p:cNvPr id="2911" name="Google Shape;2911;p5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2" name="Google Shape;2912;p5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3" name="Google Shape;2913;p5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4" name="Google Shape;2914;p5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5" name="Google Shape;2915;p5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6" name="Google Shape;2916;p5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7" name="Google Shape;2917;p5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8" name="Google Shape;2918;p5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9" name="Google Shape;2919;p5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20" name="Google Shape;2920;p5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921" name="Google Shape;2921;p5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922" name="Google Shape;2922;p5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923" name="Google Shape;2923;p5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924" name="Google Shape;2924;p5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925" name="Google Shape;2925;p5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926" name="Google Shape;2926;p54"/>
          <p:cNvGrpSpPr/>
          <p:nvPr/>
        </p:nvGrpSpPr>
        <p:grpSpPr>
          <a:xfrm>
            <a:off x="5334000" y="4267200"/>
            <a:ext cx="762000" cy="2016125"/>
            <a:chOff x="480" y="650"/>
            <a:chExt cx="480" cy="1270"/>
          </a:xfrm>
        </p:grpSpPr>
        <p:grpSp>
          <p:nvGrpSpPr>
            <p:cNvPr id="2927" name="Google Shape;2927;p54"/>
            <p:cNvGrpSpPr/>
            <p:nvPr/>
          </p:nvGrpSpPr>
          <p:grpSpPr>
            <a:xfrm>
              <a:off x="480" y="672"/>
              <a:ext cx="480" cy="1200"/>
              <a:chOff x="480" y="672"/>
              <a:chExt cx="480" cy="1200"/>
            </a:xfrm>
          </p:grpSpPr>
          <p:sp>
            <p:nvSpPr>
              <p:cNvPr id="2928" name="Google Shape;2928;p5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29" name="Google Shape;2929;p5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30" name="Google Shape;2930;p5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31" name="Google Shape;2931;p5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32" name="Google Shape;2932;p5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33" name="Google Shape;2933;p5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34" name="Google Shape;2934;p5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35" name="Google Shape;2935;p5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36" name="Google Shape;2936;p5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37" name="Google Shape;2937;p5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938" name="Google Shape;2938;p5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939" name="Google Shape;2939;p5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940" name="Google Shape;2940;p5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941" name="Google Shape;2941;p5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942" name="Google Shape;2942;p5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943" name="Google Shape;2943;p54"/>
          <p:cNvGrpSpPr/>
          <p:nvPr/>
        </p:nvGrpSpPr>
        <p:grpSpPr>
          <a:xfrm>
            <a:off x="5334000" y="304800"/>
            <a:ext cx="762000" cy="2016125"/>
            <a:chOff x="480" y="650"/>
            <a:chExt cx="480" cy="1270"/>
          </a:xfrm>
        </p:grpSpPr>
        <p:grpSp>
          <p:nvGrpSpPr>
            <p:cNvPr id="2944" name="Google Shape;2944;p54"/>
            <p:cNvGrpSpPr/>
            <p:nvPr/>
          </p:nvGrpSpPr>
          <p:grpSpPr>
            <a:xfrm>
              <a:off x="480" y="672"/>
              <a:ext cx="480" cy="1200"/>
              <a:chOff x="480" y="672"/>
              <a:chExt cx="480" cy="1200"/>
            </a:xfrm>
          </p:grpSpPr>
          <p:sp>
            <p:nvSpPr>
              <p:cNvPr id="2945" name="Google Shape;2945;p5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46" name="Google Shape;2946;p5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47" name="Google Shape;2947;p5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48" name="Google Shape;2948;p5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49" name="Google Shape;2949;p5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50" name="Google Shape;2950;p5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51" name="Google Shape;2951;p5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52" name="Google Shape;2952;p5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53" name="Google Shape;2953;p5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54" name="Google Shape;2954;p5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955" name="Google Shape;2955;p5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956" name="Google Shape;2956;p5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957" name="Google Shape;2957;p5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958" name="Google Shape;2958;p5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959" name="Google Shape;2959;p5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960" name="Google Shape;2960;p54"/>
          <p:cNvGrpSpPr/>
          <p:nvPr/>
        </p:nvGrpSpPr>
        <p:grpSpPr>
          <a:xfrm>
            <a:off x="1905000" y="4114800"/>
            <a:ext cx="762000" cy="2016125"/>
            <a:chOff x="480" y="650"/>
            <a:chExt cx="480" cy="1270"/>
          </a:xfrm>
        </p:grpSpPr>
        <p:grpSp>
          <p:nvGrpSpPr>
            <p:cNvPr id="2961" name="Google Shape;2961;p54"/>
            <p:cNvGrpSpPr/>
            <p:nvPr/>
          </p:nvGrpSpPr>
          <p:grpSpPr>
            <a:xfrm>
              <a:off x="480" y="672"/>
              <a:ext cx="480" cy="1200"/>
              <a:chOff x="480" y="672"/>
              <a:chExt cx="480" cy="1200"/>
            </a:xfrm>
          </p:grpSpPr>
          <p:sp>
            <p:nvSpPr>
              <p:cNvPr id="2962" name="Google Shape;2962;p5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63" name="Google Shape;2963;p5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64" name="Google Shape;2964;p5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65" name="Google Shape;2965;p5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66" name="Google Shape;2966;p5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67" name="Google Shape;2967;p5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68" name="Google Shape;2968;p5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69" name="Google Shape;2969;p5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70" name="Google Shape;2970;p5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71" name="Google Shape;2971;p5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972" name="Google Shape;2972;p5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973" name="Google Shape;2973;p5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974" name="Google Shape;2974;p5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975" name="Google Shape;2975;p5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976" name="Google Shape;2976;p5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grpSp>
        <p:nvGrpSpPr>
          <p:cNvPr id="2977" name="Google Shape;2977;p54"/>
          <p:cNvGrpSpPr/>
          <p:nvPr/>
        </p:nvGrpSpPr>
        <p:grpSpPr>
          <a:xfrm>
            <a:off x="7315200" y="2057400"/>
            <a:ext cx="762000" cy="2016125"/>
            <a:chOff x="480" y="650"/>
            <a:chExt cx="480" cy="1270"/>
          </a:xfrm>
        </p:grpSpPr>
        <p:grpSp>
          <p:nvGrpSpPr>
            <p:cNvPr id="2978" name="Google Shape;2978;p54"/>
            <p:cNvGrpSpPr/>
            <p:nvPr/>
          </p:nvGrpSpPr>
          <p:grpSpPr>
            <a:xfrm>
              <a:off x="480" y="672"/>
              <a:ext cx="480" cy="1200"/>
              <a:chOff x="480" y="672"/>
              <a:chExt cx="480" cy="1200"/>
            </a:xfrm>
          </p:grpSpPr>
          <p:sp>
            <p:nvSpPr>
              <p:cNvPr id="2979" name="Google Shape;2979;p54"/>
              <p:cNvSpPr/>
              <p:nvPr/>
            </p:nvSpPr>
            <p:spPr>
              <a:xfrm>
                <a:off x="48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0" name="Google Shape;2980;p54"/>
              <p:cNvSpPr/>
              <p:nvPr/>
            </p:nvSpPr>
            <p:spPr>
              <a:xfrm>
                <a:off x="720" y="67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1" name="Google Shape;2981;p54"/>
              <p:cNvSpPr/>
              <p:nvPr/>
            </p:nvSpPr>
            <p:spPr>
              <a:xfrm>
                <a:off x="48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2" name="Google Shape;2982;p54"/>
              <p:cNvSpPr/>
              <p:nvPr/>
            </p:nvSpPr>
            <p:spPr>
              <a:xfrm>
                <a:off x="720" y="91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3" name="Google Shape;2983;p54"/>
              <p:cNvSpPr/>
              <p:nvPr/>
            </p:nvSpPr>
            <p:spPr>
              <a:xfrm>
                <a:off x="48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4" name="Google Shape;2984;p54"/>
              <p:cNvSpPr/>
              <p:nvPr/>
            </p:nvSpPr>
            <p:spPr>
              <a:xfrm>
                <a:off x="720" y="115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5" name="Google Shape;2985;p54"/>
              <p:cNvSpPr/>
              <p:nvPr/>
            </p:nvSpPr>
            <p:spPr>
              <a:xfrm>
                <a:off x="48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6" name="Google Shape;2986;p54"/>
              <p:cNvSpPr/>
              <p:nvPr/>
            </p:nvSpPr>
            <p:spPr>
              <a:xfrm>
                <a:off x="720" y="139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7" name="Google Shape;2987;p54"/>
              <p:cNvSpPr/>
              <p:nvPr/>
            </p:nvSpPr>
            <p:spPr>
              <a:xfrm>
                <a:off x="48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88" name="Google Shape;2988;p54"/>
              <p:cNvSpPr/>
              <p:nvPr/>
            </p:nvSpPr>
            <p:spPr>
              <a:xfrm>
                <a:off x="720" y="1632"/>
                <a:ext cx="240" cy="24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989" name="Google Shape;2989;p54"/>
            <p:cNvSpPr txBox="1"/>
            <p:nvPr/>
          </p:nvSpPr>
          <p:spPr>
            <a:xfrm>
              <a:off x="518" y="65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p:txBody>
        </p:sp>
        <p:sp>
          <p:nvSpPr>
            <p:cNvPr id="2990" name="Google Shape;2990;p54"/>
            <p:cNvSpPr txBox="1"/>
            <p:nvPr/>
          </p:nvSpPr>
          <p:spPr>
            <a:xfrm>
              <a:off x="480" y="1104"/>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2991" name="Google Shape;2991;p54"/>
            <p:cNvSpPr txBox="1"/>
            <p:nvPr/>
          </p:nvSpPr>
          <p:spPr>
            <a:xfrm>
              <a:off x="528" y="1632"/>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a:t>
              </a:r>
              <a:endParaRPr sz="2400">
                <a:solidFill>
                  <a:schemeClr val="dk1"/>
                </a:solidFill>
                <a:latin typeface="Times New Roman"/>
                <a:ea typeface="Times New Roman"/>
                <a:cs typeface="Times New Roman"/>
                <a:sym typeface="Times New Roman"/>
              </a:endParaRPr>
            </a:p>
          </p:txBody>
        </p:sp>
        <p:sp>
          <p:nvSpPr>
            <p:cNvPr id="2992" name="Google Shape;2992;p54"/>
            <p:cNvSpPr txBox="1"/>
            <p:nvPr/>
          </p:nvSpPr>
          <p:spPr>
            <a:xfrm>
              <a:off x="518" y="890"/>
              <a:ext cx="24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p:txBody>
        </p:sp>
        <p:sp>
          <p:nvSpPr>
            <p:cNvPr id="2993" name="Google Shape;2993;p54"/>
            <p:cNvSpPr txBox="1"/>
            <p:nvPr/>
          </p:nvSpPr>
          <p:spPr>
            <a:xfrm>
              <a:off x="518" y="1370"/>
              <a:ext cx="25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grpSp>
      <p:sp>
        <p:nvSpPr>
          <p:cNvPr id="2994" name="Google Shape;2994;p54"/>
          <p:cNvSpPr txBox="1"/>
          <p:nvPr/>
        </p:nvSpPr>
        <p:spPr>
          <a:xfrm>
            <a:off x="2346325" y="65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995" name="Google Shape;2995;p54"/>
          <p:cNvSpPr txBox="1"/>
          <p:nvPr/>
        </p:nvSpPr>
        <p:spPr>
          <a:xfrm>
            <a:off x="2346325" y="4460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996" name="Google Shape;2996;p54"/>
          <p:cNvSpPr txBox="1"/>
          <p:nvPr/>
        </p:nvSpPr>
        <p:spPr>
          <a:xfrm>
            <a:off x="5775325" y="4994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997" name="Google Shape;2997;p54"/>
          <p:cNvSpPr txBox="1"/>
          <p:nvPr/>
        </p:nvSpPr>
        <p:spPr>
          <a:xfrm>
            <a:off x="56991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998" name="Google Shape;2998;p54"/>
          <p:cNvSpPr txBox="1"/>
          <p:nvPr/>
        </p:nvSpPr>
        <p:spPr>
          <a:xfrm>
            <a:off x="7756525" y="3546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p:txBody>
      </p:sp>
      <p:sp>
        <p:nvSpPr>
          <p:cNvPr id="2999" name="Google Shape;2999;p54"/>
          <p:cNvSpPr txBox="1"/>
          <p:nvPr/>
        </p:nvSpPr>
        <p:spPr>
          <a:xfrm>
            <a:off x="2270125" y="1031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3000" name="Google Shape;3000;p54"/>
          <p:cNvSpPr txBox="1"/>
          <p:nvPr/>
        </p:nvSpPr>
        <p:spPr>
          <a:xfrm>
            <a:off x="2346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3001" name="Google Shape;3001;p54"/>
          <p:cNvSpPr txBox="1"/>
          <p:nvPr/>
        </p:nvSpPr>
        <p:spPr>
          <a:xfrm>
            <a:off x="577532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3002" name="Google Shape;3002;p54"/>
          <p:cNvSpPr txBox="1"/>
          <p:nvPr/>
        </p:nvSpPr>
        <p:spPr>
          <a:xfrm>
            <a:off x="5699125" y="5756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3003" name="Google Shape;3003;p54"/>
          <p:cNvSpPr txBox="1"/>
          <p:nvPr/>
        </p:nvSpPr>
        <p:spPr>
          <a:xfrm>
            <a:off x="7756525" y="3241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3004" name="Google Shape;3004;p54"/>
          <p:cNvSpPr txBox="1"/>
          <p:nvPr/>
        </p:nvSpPr>
        <p:spPr>
          <a:xfrm>
            <a:off x="7680325" y="27844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3005" name="Google Shape;3005;p54"/>
          <p:cNvSpPr txBox="1"/>
          <p:nvPr/>
        </p:nvSpPr>
        <p:spPr>
          <a:xfrm>
            <a:off x="5699125" y="1031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3006" name="Google Shape;3006;p54"/>
          <p:cNvSpPr txBox="1"/>
          <p:nvPr/>
        </p:nvSpPr>
        <p:spPr>
          <a:xfrm>
            <a:off x="5775325" y="1793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
        <p:nvSpPr>
          <p:cNvPr id="3007" name="Google Shape;3007;p54"/>
          <p:cNvSpPr txBox="1"/>
          <p:nvPr/>
        </p:nvSpPr>
        <p:spPr>
          <a:xfrm>
            <a:off x="5699125" y="346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3008" name="Google Shape;3008;p54"/>
          <p:cNvSpPr txBox="1"/>
          <p:nvPr/>
        </p:nvSpPr>
        <p:spPr>
          <a:xfrm>
            <a:off x="2346325" y="14128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3009" name="Google Shape;3009;p54"/>
          <p:cNvSpPr txBox="1"/>
          <p:nvPr/>
        </p:nvSpPr>
        <p:spPr>
          <a:xfrm>
            <a:off x="2346325" y="22510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3010" name="Google Shape;3010;p54"/>
          <p:cNvSpPr txBox="1"/>
          <p:nvPr/>
        </p:nvSpPr>
        <p:spPr>
          <a:xfrm>
            <a:off x="5775325" y="42322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3011" name="Google Shape;3011;p54"/>
          <p:cNvSpPr txBox="1"/>
          <p:nvPr/>
        </p:nvSpPr>
        <p:spPr>
          <a:xfrm>
            <a:off x="7680325" y="2098675"/>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p:txBody>
      </p:sp>
      <p:sp>
        <p:nvSpPr>
          <p:cNvPr id="3012" name="Google Shape;3012;p54"/>
          <p:cNvSpPr txBox="1"/>
          <p:nvPr/>
        </p:nvSpPr>
        <p:spPr>
          <a:xfrm>
            <a:off x="5699125" y="650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3013" name="Google Shape;3013;p54"/>
          <p:cNvSpPr txBox="1"/>
          <p:nvPr/>
        </p:nvSpPr>
        <p:spPr>
          <a:xfrm>
            <a:off x="7680325" y="24796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3014" name="Google Shape;3014;p54"/>
          <p:cNvSpPr txBox="1"/>
          <p:nvPr/>
        </p:nvSpPr>
        <p:spPr>
          <a:xfrm>
            <a:off x="2270125" y="4079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10</a:t>
            </a:r>
            <a:endParaRPr sz="2400">
              <a:solidFill>
                <a:schemeClr val="dk1"/>
              </a:solidFill>
              <a:latin typeface="Times New Roman"/>
              <a:ea typeface="Times New Roman"/>
              <a:cs typeface="Times New Roman"/>
              <a:sym typeface="Times New Roman"/>
            </a:endParaRPr>
          </a:p>
        </p:txBody>
      </p:sp>
      <p:sp>
        <p:nvSpPr>
          <p:cNvPr id="3015" name="Google Shape;3015;p54"/>
          <p:cNvSpPr txBox="1"/>
          <p:nvPr/>
        </p:nvSpPr>
        <p:spPr>
          <a:xfrm>
            <a:off x="5699125" y="46894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3016" name="Google Shape;3016;p54"/>
          <p:cNvSpPr txBox="1"/>
          <p:nvPr/>
        </p:nvSpPr>
        <p:spPr>
          <a:xfrm>
            <a:off x="2270125" y="4918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3017" name="Google Shape;3017;p54"/>
          <p:cNvSpPr txBox="1"/>
          <p:nvPr/>
        </p:nvSpPr>
        <p:spPr>
          <a:xfrm>
            <a:off x="2270125" y="52228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11</a:t>
            </a:r>
            <a:endParaRPr sz="2400">
              <a:solidFill>
                <a:schemeClr val="dk1"/>
              </a:solidFill>
              <a:latin typeface="Times New Roman"/>
              <a:ea typeface="Times New Roman"/>
              <a:cs typeface="Times New Roman"/>
              <a:sym typeface="Times New Roman"/>
            </a:endParaRPr>
          </a:p>
        </p:txBody>
      </p:sp>
      <p:sp>
        <p:nvSpPr>
          <p:cNvPr id="3018" name="Google Shape;3018;p54"/>
          <p:cNvSpPr txBox="1"/>
          <p:nvPr/>
        </p:nvSpPr>
        <p:spPr>
          <a:xfrm>
            <a:off x="2270125" y="56800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13</a:t>
            </a:r>
            <a:endParaRPr sz="2400">
              <a:solidFill>
                <a:schemeClr val="dk1"/>
              </a:solidFill>
              <a:latin typeface="Times New Roman"/>
              <a:ea typeface="Times New Roman"/>
              <a:cs typeface="Times New Roman"/>
              <a:sym typeface="Times New Roman"/>
            </a:endParaRPr>
          </a:p>
        </p:txBody>
      </p:sp>
      <p:sp>
        <p:nvSpPr>
          <p:cNvPr id="3019" name="Google Shape;3019;p54"/>
          <p:cNvSpPr txBox="1"/>
          <p:nvPr/>
        </p:nvSpPr>
        <p:spPr>
          <a:xfrm>
            <a:off x="6613525" y="4410075"/>
            <a:ext cx="1387475"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Stability</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again</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3" name="Shape 3023"/>
        <p:cNvGrpSpPr/>
        <p:nvPr/>
      </p:nvGrpSpPr>
      <p:grpSpPr>
        <a:xfrm>
          <a:off x="0" y="0"/>
          <a:ext cx="0" cy="0"/>
          <a:chOff x="0" y="0"/>
          <a:chExt cx="0" cy="0"/>
        </a:xfrm>
      </p:grpSpPr>
      <p:sp>
        <p:nvSpPr>
          <p:cNvPr id="3024" name="Google Shape;3024;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70000"/>
              </a:lnSpc>
              <a:spcBef>
                <a:spcPts val="0"/>
              </a:spcBef>
              <a:spcAft>
                <a:spcPts val="0"/>
              </a:spcAft>
              <a:buClr>
                <a:schemeClr val="dk1"/>
              </a:buClr>
              <a:buSzPts val="3600"/>
              <a:buFont typeface="Calibri"/>
              <a:buNone/>
            </a:pPr>
            <a:r>
              <a:rPr lang="en-US" sz="3600"/>
              <a:t>Loop Breaking Heuristics</a:t>
            </a:r>
            <a:endParaRPr/>
          </a:p>
        </p:txBody>
      </p:sp>
      <p:sp>
        <p:nvSpPr>
          <p:cNvPr id="3025" name="Google Shape;3025;p55"/>
          <p:cNvSpPr txBox="1"/>
          <p:nvPr>
            <p:ph idx="1" type="body"/>
          </p:nvPr>
        </p:nvSpPr>
        <p:spPr>
          <a:xfrm>
            <a:off x="935038" y="1263650"/>
            <a:ext cx="6656387" cy="1968500"/>
          </a:xfrm>
          <a:prstGeom prst="rect">
            <a:avLst/>
          </a:prstGeom>
          <a:noFill/>
          <a:ln>
            <a:noFill/>
          </a:ln>
        </p:spPr>
        <p:txBody>
          <a:bodyPr anchorCtr="0" anchor="t" bIns="45700" lIns="91425" spcFirstLastPara="1" rIns="91425" wrap="square" tIns="45700">
            <a:normAutofit fontScale="92500"/>
          </a:bodyPr>
          <a:lstStyle/>
          <a:p>
            <a:pPr indent="-342900" lvl="0" marL="342900" rtl="0" algn="l">
              <a:lnSpc>
                <a:spcPct val="110000"/>
              </a:lnSpc>
              <a:spcBef>
                <a:spcPts val="0"/>
              </a:spcBef>
              <a:spcAft>
                <a:spcPts val="0"/>
              </a:spcAft>
              <a:buClr>
                <a:schemeClr val="dk1"/>
              </a:buClr>
              <a:buSzPct val="100000"/>
              <a:buChar char="•"/>
            </a:pPr>
            <a:r>
              <a:rPr lang="en-US"/>
              <a:t>Set infinity to a limited number, e.g. 16. </a:t>
            </a:r>
            <a:endParaRPr/>
          </a:p>
          <a:p>
            <a:pPr indent="-342900" lvl="0" marL="342900" rtl="0" algn="l">
              <a:lnSpc>
                <a:spcPct val="110000"/>
              </a:lnSpc>
              <a:spcBef>
                <a:spcPts val="592"/>
              </a:spcBef>
              <a:spcAft>
                <a:spcPts val="0"/>
              </a:spcAft>
              <a:buClr>
                <a:schemeClr val="dk1"/>
              </a:buClr>
              <a:buSzPct val="100000"/>
              <a:buChar char="•"/>
            </a:pPr>
            <a:r>
              <a:rPr lang="en-US"/>
              <a:t>Split horizon</a:t>
            </a:r>
            <a:endParaRPr/>
          </a:p>
          <a:p>
            <a:pPr indent="-342900" lvl="0" marL="342900" rtl="0" algn="l">
              <a:lnSpc>
                <a:spcPct val="110000"/>
              </a:lnSpc>
              <a:spcBef>
                <a:spcPts val="592"/>
              </a:spcBef>
              <a:spcAft>
                <a:spcPts val="0"/>
              </a:spcAft>
              <a:buClr>
                <a:schemeClr val="dk1"/>
              </a:buClr>
              <a:buSzPct val="160000"/>
              <a:buChar char="•"/>
            </a:pPr>
            <a:r>
              <a:rPr lang="en-US"/>
              <a:t>Split horizon with poison reverse</a:t>
            </a:r>
            <a:endParaRPr sz="20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9" name="Shape 3029"/>
        <p:cNvGrpSpPr/>
        <p:nvPr/>
      </p:nvGrpSpPr>
      <p:grpSpPr>
        <a:xfrm>
          <a:off x="0" y="0"/>
          <a:ext cx="0" cy="0"/>
          <a:chOff x="0" y="0"/>
          <a:chExt cx="0" cy="0"/>
        </a:xfrm>
      </p:grpSpPr>
      <p:sp>
        <p:nvSpPr>
          <p:cNvPr id="3030" name="Google Shape;3030;p56"/>
          <p:cNvSpPr txBox="1"/>
          <p:nvPr>
            <p:ph type="title"/>
          </p:nvPr>
        </p:nvSpPr>
        <p:spPr>
          <a:xfrm>
            <a:off x="381000" y="297180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Link State Routing Protocols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5" name="Shape 3035"/>
        <p:cNvGrpSpPr/>
        <p:nvPr/>
      </p:nvGrpSpPr>
      <p:grpSpPr>
        <a:xfrm>
          <a:off x="0" y="0"/>
          <a:ext cx="0" cy="0"/>
          <a:chOff x="0" y="0"/>
          <a:chExt cx="0" cy="0"/>
        </a:xfrm>
      </p:grpSpPr>
      <p:pic>
        <p:nvPicPr>
          <p:cNvPr id="3036" name="Google Shape;3036;p57"/>
          <p:cNvPicPr preferRelativeResize="0"/>
          <p:nvPr/>
        </p:nvPicPr>
        <p:blipFill rotWithShape="1">
          <a:blip r:embed="rId3">
            <a:alphaModFix/>
          </a:blip>
          <a:srcRect b="0" l="0" r="0" t="0"/>
          <a:stretch/>
        </p:blipFill>
        <p:spPr>
          <a:xfrm>
            <a:off x="158951" y="1733384"/>
            <a:ext cx="6183792" cy="4663397"/>
          </a:xfrm>
          <a:prstGeom prst="rect">
            <a:avLst/>
          </a:prstGeom>
          <a:noFill/>
          <a:ln>
            <a:noFill/>
          </a:ln>
        </p:spPr>
      </p:pic>
      <p:sp>
        <p:nvSpPr>
          <p:cNvPr id="3037" name="Google Shape;3037;p57"/>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Link-State Routing Protocols</a:t>
            </a:r>
            <a:endParaRPr sz="2800"/>
          </a:p>
        </p:txBody>
      </p:sp>
      <p:sp>
        <p:nvSpPr>
          <p:cNvPr id="3038" name="Google Shape;3038;p57"/>
          <p:cNvSpPr txBox="1"/>
          <p:nvPr/>
        </p:nvSpPr>
        <p:spPr>
          <a:xfrm>
            <a:off x="5558971" y="2191656"/>
            <a:ext cx="32512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Link-state IPv4 IGPs:</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b="1" lang="en-US" sz="2000">
                <a:solidFill>
                  <a:schemeClr val="dk1"/>
                </a:solidFill>
                <a:latin typeface="Calibri"/>
                <a:ea typeface="Calibri"/>
                <a:cs typeface="Calibri"/>
                <a:sym typeface="Calibri"/>
              </a:rPr>
              <a:t>OSPF </a:t>
            </a:r>
            <a:r>
              <a:rPr lang="en-US" sz="2000">
                <a:solidFill>
                  <a:schemeClr val="dk1"/>
                </a:solidFill>
                <a:latin typeface="Calibri"/>
                <a:ea typeface="Calibri"/>
                <a:cs typeface="Calibri"/>
                <a:sym typeface="Calibri"/>
              </a:rPr>
              <a:t>- Popular standards based routing protocol</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b="1" lang="en-US" sz="2000">
                <a:solidFill>
                  <a:schemeClr val="dk1"/>
                </a:solidFill>
                <a:latin typeface="Calibri"/>
                <a:ea typeface="Calibri"/>
                <a:cs typeface="Calibri"/>
                <a:sym typeface="Calibri"/>
              </a:rPr>
              <a:t>IS-IS </a:t>
            </a:r>
            <a:r>
              <a:rPr lang="en-US" sz="2000">
                <a:solidFill>
                  <a:schemeClr val="dk1"/>
                </a:solidFill>
                <a:latin typeface="Calibri"/>
                <a:ea typeface="Calibri"/>
                <a:cs typeface="Calibri"/>
                <a:sym typeface="Calibri"/>
              </a:rPr>
              <a:t>- Popular in provider networks. </a:t>
            </a:r>
            <a:endParaRPr sz="2000">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3" name="Shape 3043"/>
        <p:cNvGrpSpPr/>
        <p:nvPr/>
      </p:nvGrpSpPr>
      <p:grpSpPr>
        <a:xfrm>
          <a:off x="0" y="0"/>
          <a:ext cx="0" cy="0"/>
          <a:chOff x="0" y="0"/>
          <a:chExt cx="0" cy="0"/>
        </a:xfrm>
      </p:grpSpPr>
      <p:sp>
        <p:nvSpPr>
          <p:cNvPr id="3044" name="Google Shape;3044;p58"/>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Routing Protocol Characteristics</a:t>
            </a:r>
            <a:endParaRPr sz="2800"/>
          </a:p>
        </p:txBody>
      </p:sp>
      <p:pic>
        <p:nvPicPr>
          <p:cNvPr id="3045" name="Google Shape;3045;p58"/>
          <p:cNvPicPr preferRelativeResize="0"/>
          <p:nvPr/>
        </p:nvPicPr>
        <p:blipFill rotWithShape="1">
          <a:blip r:embed="rId3">
            <a:alphaModFix/>
          </a:blip>
          <a:srcRect b="0" l="0" r="0" t="0"/>
          <a:stretch/>
        </p:blipFill>
        <p:spPr>
          <a:xfrm>
            <a:off x="348344" y="1440601"/>
            <a:ext cx="8389256" cy="4353073"/>
          </a:xfrm>
          <a:prstGeom prst="rect">
            <a:avLst/>
          </a:prstGeom>
          <a:noFill/>
          <a:ln>
            <a:noFill/>
          </a:ln>
        </p:spPr>
      </p:pic>
    </p:spTree>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0" name="Shape 3050"/>
        <p:cNvGrpSpPr/>
        <p:nvPr/>
      </p:nvGrpSpPr>
      <p:grpSpPr>
        <a:xfrm>
          <a:off x="0" y="0"/>
          <a:ext cx="0" cy="0"/>
          <a:chOff x="0" y="0"/>
          <a:chExt cx="0" cy="0"/>
        </a:xfrm>
      </p:grpSpPr>
      <p:sp>
        <p:nvSpPr>
          <p:cNvPr id="3051" name="Google Shape;3051;p59"/>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1800"/>
              <a:t>Open Shortest Path First</a:t>
            </a:r>
            <a:br>
              <a:rPr lang="en-US"/>
            </a:br>
            <a:r>
              <a:rPr lang="en-US"/>
              <a:t>Features of OSPF</a:t>
            </a:r>
            <a:endParaRPr>
              <a:solidFill>
                <a:srgbClr val="31859B"/>
              </a:solidFill>
            </a:endParaRPr>
          </a:p>
        </p:txBody>
      </p:sp>
      <p:pic>
        <p:nvPicPr>
          <p:cNvPr id="3052" name="Google Shape;3052;p59"/>
          <p:cNvPicPr preferRelativeResize="0"/>
          <p:nvPr/>
        </p:nvPicPr>
        <p:blipFill rotWithShape="1">
          <a:blip r:embed="rId3">
            <a:alphaModFix/>
          </a:blip>
          <a:srcRect b="0" l="0" r="0" t="0"/>
          <a:stretch/>
        </p:blipFill>
        <p:spPr>
          <a:xfrm>
            <a:off x="1485453" y="1557338"/>
            <a:ext cx="5887803" cy="4810616"/>
          </a:xfrm>
          <a:prstGeom prst="rect">
            <a:avLst/>
          </a:prstGeom>
          <a:noFill/>
          <a:ln>
            <a:noFill/>
          </a:ln>
        </p:spPr>
      </p:pic>
    </p:spTree>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7" name="Shape 3057"/>
        <p:cNvGrpSpPr/>
        <p:nvPr/>
      </p:nvGrpSpPr>
      <p:grpSpPr>
        <a:xfrm>
          <a:off x="0" y="0"/>
          <a:ext cx="0" cy="0"/>
          <a:chOff x="0" y="0"/>
          <a:chExt cx="0" cy="0"/>
        </a:xfrm>
      </p:grpSpPr>
      <p:sp>
        <p:nvSpPr>
          <p:cNvPr id="3058" name="Google Shape;3058;p60"/>
          <p:cNvSpPr txBox="1"/>
          <p:nvPr>
            <p:ph type="title"/>
          </p:nvPr>
        </p:nvSpPr>
        <p:spPr>
          <a:xfrm>
            <a:off x="235724" y="493484"/>
            <a:ext cx="8456613" cy="110671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Link-State Routing Process</a:t>
            </a:r>
            <a:endParaRPr sz="2800"/>
          </a:p>
        </p:txBody>
      </p:sp>
      <p:pic>
        <p:nvPicPr>
          <p:cNvPr id="3059" name="Google Shape;3059;p60"/>
          <p:cNvPicPr preferRelativeResize="0"/>
          <p:nvPr/>
        </p:nvPicPr>
        <p:blipFill rotWithShape="1">
          <a:blip r:embed="rId3">
            <a:alphaModFix/>
          </a:blip>
          <a:srcRect b="0" l="0" r="0" t="0"/>
          <a:stretch/>
        </p:blipFill>
        <p:spPr>
          <a:xfrm>
            <a:off x="699609" y="1877090"/>
            <a:ext cx="7863820" cy="4001195"/>
          </a:xfrm>
          <a:prstGeom prst="rect">
            <a:avLst/>
          </a:prstGeom>
          <a:noFill/>
          <a:ln>
            <a:noFill/>
          </a:ln>
        </p:spPr>
      </p:pic>
    </p:spTree>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4" name="Shape 3064"/>
        <p:cNvGrpSpPr/>
        <p:nvPr/>
      </p:nvGrpSpPr>
      <p:grpSpPr>
        <a:xfrm>
          <a:off x="0" y="0"/>
          <a:ext cx="0" cy="0"/>
          <a:chOff x="0" y="0"/>
          <a:chExt cx="0" cy="0"/>
        </a:xfrm>
      </p:grpSpPr>
      <p:sp>
        <p:nvSpPr>
          <p:cNvPr id="3065" name="Google Shape;3065;p61"/>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Components of OSPF</a:t>
            </a:r>
            <a:endParaRPr>
              <a:solidFill>
                <a:srgbClr val="31859B"/>
              </a:solidFill>
            </a:endParaRPr>
          </a:p>
        </p:txBody>
      </p:sp>
      <p:pic>
        <p:nvPicPr>
          <p:cNvPr id="3066" name="Google Shape;3066;p61"/>
          <p:cNvPicPr preferRelativeResize="0"/>
          <p:nvPr/>
        </p:nvPicPr>
        <p:blipFill rotWithShape="1">
          <a:blip r:embed="rId3">
            <a:alphaModFix/>
          </a:blip>
          <a:srcRect b="0" l="0" r="0" t="0"/>
          <a:stretch/>
        </p:blipFill>
        <p:spPr>
          <a:xfrm>
            <a:off x="1117601" y="1295400"/>
            <a:ext cx="6978162" cy="5135139"/>
          </a:xfrm>
          <a:prstGeom prst="rect">
            <a:avLst/>
          </a:prstGeom>
          <a:noFill/>
          <a:ln>
            <a:noFill/>
          </a:ln>
        </p:spPr>
      </p:pic>
    </p:spTree>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1" name="Shape 3071"/>
        <p:cNvGrpSpPr/>
        <p:nvPr/>
      </p:nvGrpSpPr>
      <p:grpSpPr>
        <a:xfrm>
          <a:off x="0" y="0"/>
          <a:ext cx="0" cy="0"/>
          <a:chOff x="0" y="0"/>
          <a:chExt cx="0" cy="0"/>
        </a:xfrm>
      </p:grpSpPr>
      <p:sp>
        <p:nvSpPr>
          <p:cNvPr id="3072" name="Google Shape;3072;p62"/>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Components of OSPF</a:t>
            </a:r>
            <a:endParaRPr>
              <a:solidFill>
                <a:srgbClr val="31859B"/>
              </a:solidFill>
            </a:endParaRPr>
          </a:p>
        </p:txBody>
      </p:sp>
      <p:pic>
        <p:nvPicPr>
          <p:cNvPr id="3073" name="Google Shape;3073;p62"/>
          <p:cNvPicPr preferRelativeResize="0"/>
          <p:nvPr/>
        </p:nvPicPr>
        <p:blipFill rotWithShape="1">
          <a:blip r:embed="rId3">
            <a:alphaModFix/>
          </a:blip>
          <a:srcRect b="0" l="0" r="0" t="21813"/>
          <a:stretch/>
        </p:blipFill>
        <p:spPr>
          <a:xfrm>
            <a:off x="935740" y="2514600"/>
            <a:ext cx="6734153" cy="3799113"/>
          </a:xfrm>
          <a:prstGeom prst="rect">
            <a:avLst/>
          </a:prstGeom>
          <a:noFill/>
          <a:ln>
            <a:noFill/>
          </a:ln>
        </p:spPr>
      </p:pic>
      <p:sp>
        <p:nvSpPr>
          <p:cNvPr id="3074" name="Google Shape;3074;p62"/>
          <p:cNvSpPr txBox="1"/>
          <p:nvPr/>
        </p:nvSpPr>
        <p:spPr>
          <a:xfrm>
            <a:off x="798285" y="1698643"/>
            <a:ext cx="7823200" cy="14219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OSPF Routers Exchange Packets - These packets are used to discover neighboring routers and also to exchange routing information to maintain accurate information about the network.</a:t>
            </a:r>
            <a:endParaRPr sz="1800">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9" name="Shape 3079"/>
        <p:cNvGrpSpPr/>
        <p:nvPr/>
      </p:nvGrpSpPr>
      <p:grpSpPr>
        <a:xfrm>
          <a:off x="0" y="0"/>
          <a:ext cx="0" cy="0"/>
          <a:chOff x="0" y="0"/>
          <a:chExt cx="0" cy="0"/>
        </a:xfrm>
      </p:grpSpPr>
      <p:sp>
        <p:nvSpPr>
          <p:cNvPr id="3080" name="Google Shape;3080;p63"/>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Hello Exchange</a:t>
            </a:r>
            <a:endParaRPr>
              <a:solidFill>
                <a:srgbClr val="31859B"/>
              </a:solidFill>
            </a:endParaRPr>
          </a:p>
        </p:txBody>
      </p:sp>
      <p:pic>
        <p:nvPicPr>
          <p:cNvPr id="3081" name="Google Shape;3081;p63"/>
          <p:cNvPicPr preferRelativeResize="0"/>
          <p:nvPr/>
        </p:nvPicPr>
        <p:blipFill rotWithShape="1">
          <a:blip r:embed="rId3">
            <a:alphaModFix/>
          </a:blip>
          <a:srcRect b="0" l="0" r="0" t="0"/>
          <a:stretch/>
        </p:blipFill>
        <p:spPr>
          <a:xfrm>
            <a:off x="624114" y="1770241"/>
            <a:ext cx="4717143" cy="4730816"/>
          </a:xfrm>
          <a:prstGeom prst="rect">
            <a:avLst/>
          </a:prstGeom>
          <a:noFill/>
          <a:ln>
            <a:noFill/>
          </a:ln>
        </p:spPr>
      </p:pic>
      <p:sp>
        <p:nvSpPr>
          <p:cNvPr id="3082" name="Google Shape;3082;p63"/>
          <p:cNvSpPr txBox="1"/>
          <p:nvPr/>
        </p:nvSpPr>
        <p:spPr>
          <a:xfrm>
            <a:off x="5341257" y="2569339"/>
            <a:ext cx="3556150" cy="20867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If a neighbor is present, the OSPF-enabled router attempts to establish a neighbor adjacency with that neighbor</a:t>
            </a:r>
            <a:endParaRPr/>
          </a:p>
        </p:txBody>
      </p:sp>
    </p:spTree>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7" name="Shape 3087"/>
        <p:cNvGrpSpPr/>
        <p:nvPr/>
      </p:nvGrpSpPr>
      <p:grpSpPr>
        <a:xfrm>
          <a:off x="0" y="0"/>
          <a:ext cx="0" cy="0"/>
          <a:chOff x="0" y="0"/>
          <a:chExt cx="0" cy="0"/>
        </a:xfrm>
      </p:grpSpPr>
      <p:sp>
        <p:nvSpPr>
          <p:cNvPr id="3088" name="Google Shape;3088;p64"/>
          <p:cNvSpPr txBox="1"/>
          <p:nvPr>
            <p:ph type="title"/>
          </p:nvPr>
        </p:nvSpPr>
        <p:spPr>
          <a:xfrm>
            <a:off x="235724" y="493485"/>
            <a:ext cx="8456613" cy="88537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Link and Link-State</a:t>
            </a:r>
            <a:endParaRPr sz="2800"/>
          </a:p>
        </p:txBody>
      </p:sp>
      <p:pic>
        <p:nvPicPr>
          <p:cNvPr id="3089" name="Google Shape;3089;p64"/>
          <p:cNvPicPr preferRelativeResize="0"/>
          <p:nvPr/>
        </p:nvPicPr>
        <p:blipFill rotWithShape="1">
          <a:blip r:embed="rId3">
            <a:alphaModFix/>
          </a:blip>
          <a:srcRect b="0" l="0" r="0" t="0"/>
          <a:stretch/>
        </p:blipFill>
        <p:spPr>
          <a:xfrm>
            <a:off x="518885" y="2544534"/>
            <a:ext cx="3733800" cy="3771900"/>
          </a:xfrm>
          <a:prstGeom prst="rect">
            <a:avLst/>
          </a:prstGeom>
          <a:noFill/>
          <a:ln>
            <a:noFill/>
          </a:ln>
        </p:spPr>
      </p:pic>
      <p:pic>
        <p:nvPicPr>
          <p:cNvPr id="3090" name="Google Shape;3090;p64"/>
          <p:cNvPicPr preferRelativeResize="0"/>
          <p:nvPr/>
        </p:nvPicPr>
        <p:blipFill rotWithShape="1">
          <a:blip r:embed="rId4">
            <a:alphaModFix/>
          </a:blip>
          <a:srcRect b="0" l="0" r="0" t="0"/>
          <a:stretch/>
        </p:blipFill>
        <p:spPr>
          <a:xfrm>
            <a:off x="4812393" y="2530020"/>
            <a:ext cx="3771900" cy="3752850"/>
          </a:xfrm>
          <a:prstGeom prst="rect">
            <a:avLst/>
          </a:prstGeom>
          <a:noFill/>
          <a:ln>
            <a:noFill/>
          </a:ln>
        </p:spPr>
      </p:pic>
      <p:sp>
        <p:nvSpPr>
          <p:cNvPr id="3091" name="Google Shape;3091;p64"/>
          <p:cNvSpPr/>
          <p:nvPr/>
        </p:nvSpPr>
        <p:spPr>
          <a:xfrm>
            <a:off x="1480456" y="1576614"/>
            <a:ext cx="612502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The first step in the link-state routing process is that each router learns about its own links and its own directly connected networks. </a:t>
            </a:r>
            <a:endParaRPr/>
          </a:p>
        </p:txBody>
      </p:sp>
    </p:spTree>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6" name="Shape 3096"/>
        <p:cNvGrpSpPr/>
        <p:nvPr/>
      </p:nvGrpSpPr>
      <p:grpSpPr>
        <a:xfrm>
          <a:off x="0" y="0"/>
          <a:ext cx="0" cy="0"/>
          <a:chOff x="0" y="0"/>
          <a:chExt cx="0" cy="0"/>
        </a:xfrm>
      </p:grpSpPr>
      <p:sp>
        <p:nvSpPr>
          <p:cNvPr id="3097" name="Google Shape;3097;p65"/>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Exchange of LSA</a:t>
            </a:r>
            <a:endParaRPr>
              <a:solidFill>
                <a:srgbClr val="31859B"/>
              </a:solidFill>
            </a:endParaRPr>
          </a:p>
        </p:txBody>
      </p:sp>
      <p:sp>
        <p:nvSpPr>
          <p:cNvPr id="3098" name="Google Shape;3098;p65"/>
          <p:cNvSpPr txBox="1"/>
          <p:nvPr/>
        </p:nvSpPr>
        <p:spPr>
          <a:xfrm>
            <a:off x="5341257" y="1550085"/>
            <a:ext cx="3556150" cy="313932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31859B"/>
              </a:buClr>
              <a:buSzPts val="2000"/>
              <a:buFont typeface="Noto Sans Symbols"/>
              <a:buChar char="▪"/>
            </a:pPr>
            <a:r>
              <a:rPr lang="en-US" sz="2000">
                <a:solidFill>
                  <a:schemeClr val="dk1"/>
                </a:solidFill>
                <a:latin typeface="Calibri"/>
                <a:ea typeface="Calibri"/>
                <a:cs typeface="Calibri"/>
                <a:sym typeface="Calibri"/>
              </a:rPr>
              <a:t>LSAs contain the state and cost of each directly connected link.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rgbClr val="31859B"/>
              </a:buClr>
              <a:buSzPts val="2000"/>
              <a:buFont typeface="Noto Sans Symbols"/>
              <a:buChar char="▪"/>
            </a:pPr>
            <a:r>
              <a:rPr lang="en-US" sz="2000">
                <a:solidFill>
                  <a:schemeClr val="dk1"/>
                </a:solidFill>
                <a:latin typeface="Calibri"/>
                <a:ea typeface="Calibri"/>
                <a:cs typeface="Calibri"/>
                <a:sym typeface="Calibri"/>
              </a:rPr>
              <a:t>Routers flood their LSAs to adjacent neighbors.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rgbClr val="31859B"/>
              </a:buClr>
              <a:buSzPts val="2000"/>
              <a:buFont typeface="Noto Sans Symbols"/>
              <a:buChar char="▪"/>
            </a:pPr>
            <a:r>
              <a:rPr lang="en-US" sz="2000">
                <a:solidFill>
                  <a:schemeClr val="dk1"/>
                </a:solidFill>
                <a:latin typeface="Calibri"/>
                <a:ea typeface="Calibri"/>
                <a:cs typeface="Calibri"/>
                <a:sym typeface="Calibri"/>
              </a:rPr>
              <a:t>Adjacent neighbors receiving the LSA immediately flood the LSA to other directly connected neighbors, until all routers in the area have all LSAs.</a:t>
            </a:r>
            <a:endParaRPr/>
          </a:p>
        </p:txBody>
      </p:sp>
      <p:pic>
        <p:nvPicPr>
          <p:cNvPr id="3099" name="Google Shape;3099;p65"/>
          <p:cNvPicPr preferRelativeResize="0"/>
          <p:nvPr/>
        </p:nvPicPr>
        <p:blipFill rotWithShape="1">
          <a:blip r:embed="rId3">
            <a:alphaModFix/>
          </a:blip>
          <a:srcRect b="0" l="0" r="0" t="0"/>
          <a:stretch/>
        </p:blipFill>
        <p:spPr>
          <a:xfrm>
            <a:off x="423181" y="1708608"/>
            <a:ext cx="4584248" cy="4558052"/>
          </a:xfrm>
          <a:prstGeom prst="rect">
            <a:avLst/>
          </a:prstGeom>
          <a:noFill/>
          <a:ln>
            <a:noFill/>
          </a:ln>
        </p:spPr>
      </p:pic>
    </p:spTree>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4" name="Shape 3104"/>
        <p:cNvGrpSpPr/>
        <p:nvPr/>
      </p:nvGrpSpPr>
      <p:grpSpPr>
        <a:xfrm>
          <a:off x="0" y="0"/>
          <a:ext cx="0" cy="0"/>
          <a:chOff x="0" y="0"/>
          <a:chExt cx="0" cy="0"/>
        </a:xfrm>
      </p:grpSpPr>
      <p:sp>
        <p:nvSpPr>
          <p:cNvPr id="3105" name="Google Shape;3105;p66"/>
          <p:cNvSpPr txBox="1"/>
          <p:nvPr>
            <p:ph type="title"/>
          </p:nvPr>
        </p:nvSpPr>
        <p:spPr>
          <a:xfrm>
            <a:off x="235724" y="493485"/>
            <a:ext cx="8456613" cy="88537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Building the </a:t>
            </a:r>
            <a:r>
              <a:rPr lang="en-US" sz="2800">
                <a:solidFill>
                  <a:srgbClr val="FF0000"/>
                </a:solidFill>
              </a:rPr>
              <a:t>Link-State Database</a:t>
            </a:r>
            <a:endParaRPr sz="2800">
              <a:solidFill>
                <a:srgbClr val="FF0000"/>
              </a:solidFill>
            </a:endParaRPr>
          </a:p>
        </p:txBody>
      </p:sp>
      <p:sp>
        <p:nvSpPr>
          <p:cNvPr id="3106" name="Google Shape;3106;p66"/>
          <p:cNvSpPr txBox="1"/>
          <p:nvPr/>
        </p:nvSpPr>
        <p:spPr>
          <a:xfrm>
            <a:off x="493126" y="1553023"/>
            <a:ext cx="8200929"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The final step in the link-state routing process is that each router uses the database to construct </a:t>
            </a:r>
            <a:r>
              <a:rPr lang="en-US" sz="2000">
                <a:solidFill>
                  <a:srgbClr val="FF0000"/>
                </a:solidFill>
                <a:latin typeface="Calibri"/>
                <a:ea typeface="Calibri"/>
                <a:cs typeface="Calibri"/>
                <a:sym typeface="Calibri"/>
              </a:rPr>
              <a:t>a complete map of the topology </a:t>
            </a:r>
            <a:r>
              <a:rPr lang="en-US" sz="2000">
                <a:solidFill>
                  <a:schemeClr val="dk1"/>
                </a:solidFill>
                <a:latin typeface="Calibri"/>
                <a:ea typeface="Calibri"/>
                <a:cs typeface="Calibri"/>
                <a:sym typeface="Calibri"/>
              </a:rPr>
              <a:t>and computes the best path to each destination network.</a:t>
            </a:r>
            <a:endParaRPr/>
          </a:p>
        </p:txBody>
      </p:sp>
      <p:pic>
        <p:nvPicPr>
          <p:cNvPr id="3107" name="Google Shape;3107;p66"/>
          <p:cNvPicPr preferRelativeResize="0"/>
          <p:nvPr/>
        </p:nvPicPr>
        <p:blipFill rotWithShape="1">
          <a:blip r:embed="rId3">
            <a:alphaModFix/>
          </a:blip>
          <a:srcRect b="0" l="0" r="0" t="0"/>
          <a:stretch/>
        </p:blipFill>
        <p:spPr>
          <a:xfrm>
            <a:off x="1712686" y="2668588"/>
            <a:ext cx="5268685" cy="4010652"/>
          </a:xfrm>
          <a:prstGeom prst="rect">
            <a:avLst/>
          </a:prstGeom>
          <a:noFill/>
          <a:ln>
            <a:noFill/>
          </a:ln>
        </p:spPr>
      </p:pic>
    </p:spTree>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2" name="Shape 3112"/>
        <p:cNvGrpSpPr/>
        <p:nvPr/>
      </p:nvGrpSpPr>
      <p:grpSpPr>
        <a:xfrm>
          <a:off x="0" y="0"/>
          <a:ext cx="0" cy="0"/>
          <a:chOff x="0" y="0"/>
          <a:chExt cx="0" cy="0"/>
        </a:xfrm>
      </p:grpSpPr>
      <p:sp>
        <p:nvSpPr>
          <p:cNvPr id="3113" name="Google Shape;3113;p67"/>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Creating SPF Tree</a:t>
            </a:r>
            <a:endParaRPr>
              <a:solidFill>
                <a:srgbClr val="31859B"/>
              </a:solidFill>
            </a:endParaRPr>
          </a:p>
        </p:txBody>
      </p:sp>
      <p:sp>
        <p:nvSpPr>
          <p:cNvPr id="3114" name="Google Shape;3114;p67"/>
          <p:cNvSpPr txBox="1"/>
          <p:nvPr/>
        </p:nvSpPr>
        <p:spPr>
          <a:xfrm>
            <a:off x="5341257" y="1640735"/>
            <a:ext cx="3556150" cy="258532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31859B"/>
              </a:buClr>
              <a:buSzPts val="2000"/>
              <a:buFont typeface="Noto Sans Symbols"/>
              <a:buChar char="▪"/>
            </a:pPr>
            <a:r>
              <a:rPr lang="en-US" sz="2000">
                <a:solidFill>
                  <a:schemeClr val="dk1"/>
                </a:solidFill>
                <a:latin typeface="Calibri"/>
                <a:ea typeface="Calibri"/>
                <a:cs typeface="Calibri"/>
                <a:sym typeface="Calibri"/>
              </a:rPr>
              <a:t>Build the topology table based on the received LSAs.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rgbClr val="31859B"/>
              </a:buClr>
              <a:buSzPts val="2000"/>
              <a:buFont typeface="Noto Sans Symbols"/>
              <a:buChar char="▪"/>
            </a:pPr>
            <a:r>
              <a:rPr lang="en-US" sz="2000">
                <a:solidFill>
                  <a:schemeClr val="dk1"/>
                </a:solidFill>
                <a:latin typeface="Calibri"/>
                <a:ea typeface="Calibri"/>
                <a:cs typeface="Calibri"/>
                <a:sym typeface="Calibri"/>
              </a:rPr>
              <a:t>This database eventually holds all the information about the topology of the network.</a:t>
            </a:r>
            <a:endParaRPr/>
          </a:p>
          <a:p>
            <a:pPr indent="-342900" lvl="0" marL="342900" marR="0" rtl="0" algn="l">
              <a:spcBef>
                <a:spcPts val="0"/>
              </a:spcBef>
              <a:spcAft>
                <a:spcPts val="0"/>
              </a:spcAft>
              <a:buClr>
                <a:srgbClr val="31859B"/>
              </a:buClr>
              <a:buSzPts val="2000"/>
              <a:buFont typeface="Noto Sans Symbols"/>
              <a:buChar char="▪"/>
            </a:pPr>
            <a:r>
              <a:rPr lang="en-US" sz="2000">
                <a:solidFill>
                  <a:schemeClr val="dk1"/>
                </a:solidFill>
                <a:latin typeface="Calibri"/>
                <a:ea typeface="Calibri"/>
                <a:cs typeface="Calibri"/>
                <a:sym typeface="Calibri"/>
              </a:rPr>
              <a:t>Execute the SPF Algorithm.</a:t>
            </a:r>
            <a:endParaRPr sz="2000">
              <a:solidFill>
                <a:schemeClr val="dk1"/>
              </a:solidFill>
              <a:latin typeface="Calibri"/>
              <a:ea typeface="Calibri"/>
              <a:cs typeface="Calibri"/>
              <a:sym typeface="Calibri"/>
            </a:endParaRPr>
          </a:p>
        </p:txBody>
      </p:sp>
      <p:pic>
        <p:nvPicPr>
          <p:cNvPr id="3115" name="Google Shape;3115;p67"/>
          <p:cNvPicPr preferRelativeResize="0"/>
          <p:nvPr/>
        </p:nvPicPr>
        <p:blipFill rotWithShape="1">
          <a:blip r:embed="rId3">
            <a:alphaModFix/>
          </a:blip>
          <a:srcRect b="0" l="0" r="0" t="0"/>
          <a:stretch/>
        </p:blipFill>
        <p:spPr>
          <a:xfrm>
            <a:off x="130464" y="1611084"/>
            <a:ext cx="5210793" cy="4891315"/>
          </a:xfrm>
          <a:prstGeom prst="rect">
            <a:avLst/>
          </a:prstGeom>
          <a:noFill/>
          <a:ln>
            <a:noFill/>
          </a:ln>
        </p:spPr>
      </p:pic>
    </p:spTree>
  </p:cSld>
  <p:clrMapOvr>
    <a:masterClrMapping/>
  </p:clrMapOvr>
  <p:transition spd="med">
    <p:wipe dir="r"/>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0" name="Shape 3120"/>
        <p:cNvGrpSpPr/>
        <p:nvPr/>
      </p:nvGrpSpPr>
      <p:grpSpPr>
        <a:xfrm>
          <a:off x="0" y="0"/>
          <a:ext cx="0" cy="0"/>
          <a:chOff x="0" y="0"/>
          <a:chExt cx="0" cy="0"/>
        </a:xfrm>
      </p:grpSpPr>
      <p:sp>
        <p:nvSpPr>
          <p:cNvPr id="3121" name="Google Shape;3121;p68"/>
          <p:cNvSpPr txBox="1"/>
          <p:nvPr>
            <p:ph type="title"/>
          </p:nvPr>
        </p:nvSpPr>
        <p:spPr>
          <a:xfrm>
            <a:off x="457200" y="304800"/>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SPF Tree to best path Calculation</a:t>
            </a:r>
            <a:endParaRPr>
              <a:solidFill>
                <a:srgbClr val="31859B"/>
              </a:solidFill>
            </a:endParaRPr>
          </a:p>
        </p:txBody>
      </p:sp>
      <p:sp>
        <p:nvSpPr>
          <p:cNvPr id="3122" name="Google Shape;3122;p68"/>
          <p:cNvSpPr txBox="1"/>
          <p:nvPr/>
        </p:nvSpPr>
        <p:spPr>
          <a:xfrm>
            <a:off x="5457372" y="3513461"/>
            <a:ext cx="3018972" cy="14219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From the SPF tree, the best paths are inserted into the routing table. </a:t>
            </a:r>
            <a:endParaRPr/>
          </a:p>
        </p:txBody>
      </p:sp>
      <p:pic>
        <p:nvPicPr>
          <p:cNvPr id="3123" name="Google Shape;3123;p68"/>
          <p:cNvPicPr preferRelativeResize="0"/>
          <p:nvPr/>
        </p:nvPicPr>
        <p:blipFill rotWithShape="1">
          <a:blip r:embed="rId3">
            <a:alphaModFix/>
          </a:blip>
          <a:srcRect b="0" l="0" r="0" t="0"/>
          <a:stretch/>
        </p:blipFill>
        <p:spPr>
          <a:xfrm>
            <a:off x="665843" y="1640734"/>
            <a:ext cx="4675414" cy="4829791"/>
          </a:xfrm>
          <a:prstGeom prst="rect">
            <a:avLst/>
          </a:prstGeom>
          <a:noFill/>
          <a:ln>
            <a:noFill/>
          </a:ln>
        </p:spPr>
      </p:pic>
    </p:spTree>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8" name="Shape 3128"/>
        <p:cNvGrpSpPr/>
        <p:nvPr/>
      </p:nvGrpSpPr>
      <p:grpSpPr>
        <a:xfrm>
          <a:off x="0" y="0"/>
          <a:ext cx="0" cy="0"/>
          <a:chOff x="0" y="0"/>
          <a:chExt cx="0" cy="0"/>
        </a:xfrm>
      </p:grpSpPr>
      <p:sp>
        <p:nvSpPr>
          <p:cNvPr id="3129" name="Google Shape;3129;p69"/>
          <p:cNvSpPr txBox="1"/>
          <p:nvPr>
            <p:ph type="title"/>
          </p:nvPr>
        </p:nvSpPr>
        <p:spPr>
          <a:xfrm>
            <a:off x="235724" y="493485"/>
            <a:ext cx="8456613" cy="88537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Adding OSPF Routes to the Routing Table</a:t>
            </a:r>
            <a:endParaRPr sz="2800"/>
          </a:p>
        </p:txBody>
      </p:sp>
      <p:pic>
        <p:nvPicPr>
          <p:cNvPr id="3130" name="Google Shape;3130;p69"/>
          <p:cNvPicPr preferRelativeResize="0"/>
          <p:nvPr/>
        </p:nvPicPr>
        <p:blipFill rotWithShape="1">
          <a:blip r:embed="rId3">
            <a:alphaModFix/>
          </a:blip>
          <a:srcRect b="0" l="0" r="0" t="0"/>
          <a:stretch/>
        </p:blipFill>
        <p:spPr>
          <a:xfrm>
            <a:off x="476811" y="1509713"/>
            <a:ext cx="7649375" cy="5137830"/>
          </a:xfrm>
          <a:prstGeom prst="rect">
            <a:avLst/>
          </a:prstGeom>
          <a:noFill/>
          <a:ln>
            <a:noFill/>
          </a:ln>
        </p:spPr>
      </p:pic>
    </p:spTree>
  </p:cSld>
  <p:clrMapOvr>
    <a:masterClrMapping/>
  </p:clrMapOvr>
  <p:transition spd="med">
    <p:wipe dir="r"/>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5" name="Shape 3135"/>
        <p:cNvGrpSpPr/>
        <p:nvPr/>
      </p:nvGrpSpPr>
      <p:grpSpPr>
        <a:xfrm>
          <a:off x="0" y="0"/>
          <a:ext cx="0" cy="0"/>
          <a:chOff x="0" y="0"/>
          <a:chExt cx="0" cy="0"/>
        </a:xfrm>
      </p:grpSpPr>
      <p:sp>
        <p:nvSpPr>
          <p:cNvPr id="3136" name="Google Shape;3136;p70"/>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1800"/>
              <a:t>OSPF Messages</a:t>
            </a:r>
            <a:br>
              <a:rPr lang="en-US"/>
            </a:br>
            <a:r>
              <a:rPr lang="en-US"/>
              <a:t>Types of OSPF Packets</a:t>
            </a:r>
            <a:endParaRPr>
              <a:solidFill>
                <a:srgbClr val="31859B"/>
              </a:solidFill>
            </a:endParaRPr>
          </a:p>
        </p:txBody>
      </p:sp>
      <p:pic>
        <p:nvPicPr>
          <p:cNvPr id="3137" name="Google Shape;3137;p70"/>
          <p:cNvPicPr preferRelativeResize="0"/>
          <p:nvPr/>
        </p:nvPicPr>
        <p:blipFill rotWithShape="1">
          <a:blip r:embed="rId3">
            <a:alphaModFix/>
          </a:blip>
          <a:srcRect b="0" l="0" r="0" t="12810"/>
          <a:stretch/>
        </p:blipFill>
        <p:spPr>
          <a:xfrm>
            <a:off x="564813" y="1872343"/>
            <a:ext cx="7882502" cy="3971156"/>
          </a:xfrm>
          <a:prstGeom prst="rect">
            <a:avLst/>
          </a:prstGeom>
          <a:noFill/>
          <a:ln>
            <a:noFill/>
          </a:ln>
        </p:spPr>
      </p:pic>
    </p:spTree>
  </p:cSld>
  <p:clrMapOvr>
    <a:masterClrMapping/>
  </p:clrMapOvr>
  <p:transition spd="med">
    <p:wipe dir="r"/>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2" name="Shape 3142"/>
        <p:cNvGrpSpPr/>
        <p:nvPr/>
      </p:nvGrpSpPr>
      <p:grpSpPr>
        <a:xfrm>
          <a:off x="0" y="0"/>
          <a:ext cx="0" cy="0"/>
          <a:chOff x="0" y="0"/>
          <a:chExt cx="0" cy="0"/>
        </a:xfrm>
      </p:grpSpPr>
      <p:sp>
        <p:nvSpPr>
          <p:cNvPr id="3143" name="Google Shape;3143;p71"/>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Hello Packet</a:t>
            </a:r>
            <a:endParaRPr>
              <a:solidFill>
                <a:srgbClr val="31859B"/>
              </a:solidFill>
            </a:endParaRPr>
          </a:p>
        </p:txBody>
      </p:sp>
      <p:sp>
        <p:nvSpPr>
          <p:cNvPr id="3144" name="Google Shape;3144;p71"/>
          <p:cNvSpPr/>
          <p:nvPr/>
        </p:nvSpPr>
        <p:spPr>
          <a:xfrm>
            <a:off x="1066800" y="1680157"/>
            <a:ext cx="6640286"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OSPF Type 1 packet = Hello packet: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rgbClr val="678DC5"/>
              </a:buClr>
              <a:buSzPts val="1800"/>
              <a:buFont typeface="Noto Sans Symbols"/>
              <a:buChar char="▪"/>
            </a:pPr>
            <a:r>
              <a:rPr lang="en-US" sz="1800">
                <a:solidFill>
                  <a:schemeClr val="dk1"/>
                </a:solidFill>
                <a:latin typeface="Calibri"/>
                <a:ea typeface="Calibri"/>
                <a:cs typeface="Calibri"/>
                <a:sym typeface="Calibri"/>
              </a:rPr>
              <a:t>Discover OSPF neighbors and establish neighbor adjacencies.</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rgbClr val="678DC5"/>
              </a:buClr>
              <a:buSzPts val="1800"/>
              <a:buFont typeface="Noto Sans Symbols"/>
              <a:buChar char="▪"/>
            </a:pPr>
            <a:r>
              <a:rPr lang="en-US" sz="1800">
                <a:solidFill>
                  <a:schemeClr val="dk1"/>
                </a:solidFill>
                <a:latin typeface="Calibri"/>
                <a:ea typeface="Calibri"/>
                <a:cs typeface="Calibri"/>
                <a:sym typeface="Calibri"/>
              </a:rPr>
              <a:t>Advertise parameters on which two routers must agree to become neighbors.</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rgbClr val="678DC5"/>
              </a:buClr>
              <a:buSzPts val="1800"/>
              <a:buFont typeface="Noto Sans Symbols"/>
              <a:buChar char="▪"/>
            </a:pPr>
            <a:r>
              <a:rPr lang="en-US" sz="1800">
                <a:solidFill>
                  <a:schemeClr val="dk1"/>
                </a:solidFill>
                <a:latin typeface="Calibri"/>
                <a:ea typeface="Calibri"/>
                <a:cs typeface="Calibri"/>
                <a:sym typeface="Calibri"/>
              </a:rPr>
              <a:t>Elect the Designated Router (DR) and Backup Designated Router (BDR) on multiaccess networks like Ethernet and Frame Relay.</a:t>
            </a:r>
            <a:endParaRPr sz="1800">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9" name="Shape 3149"/>
        <p:cNvGrpSpPr/>
        <p:nvPr/>
      </p:nvGrpSpPr>
      <p:grpSpPr>
        <a:xfrm>
          <a:off x="0" y="0"/>
          <a:ext cx="0" cy="0"/>
          <a:chOff x="0" y="0"/>
          <a:chExt cx="0" cy="0"/>
        </a:xfrm>
      </p:grpSpPr>
      <p:sp>
        <p:nvSpPr>
          <p:cNvPr id="3150" name="Google Shape;3150;p72"/>
          <p:cNvSpPr txBox="1"/>
          <p:nvPr>
            <p:ph type="title"/>
          </p:nvPr>
        </p:nvSpPr>
        <p:spPr>
          <a:xfrm>
            <a:off x="307408" y="381000"/>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Hello Packet Intervals</a:t>
            </a:r>
            <a:endParaRPr>
              <a:solidFill>
                <a:srgbClr val="31859B"/>
              </a:solidFill>
            </a:endParaRPr>
          </a:p>
        </p:txBody>
      </p:sp>
      <p:sp>
        <p:nvSpPr>
          <p:cNvPr id="3151" name="Google Shape;3151;p72"/>
          <p:cNvSpPr/>
          <p:nvPr/>
        </p:nvSpPr>
        <p:spPr>
          <a:xfrm>
            <a:off x="478972" y="1822224"/>
            <a:ext cx="8113486"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OSPF Hello packets are transmitted:</a:t>
            </a:r>
            <a:endParaRPr/>
          </a:p>
          <a:p>
            <a:pPr indent="-342900" lvl="0" marL="342900" marR="0" rtl="0" algn="l">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To 224.0.0.5 in IPv4 and FF02::5 in IPv6 (all OSPF routers)</a:t>
            </a:r>
            <a:endParaRPr/>
          </a:p>
          <a:p>
            <a:pPr indent="-342900" lvl="0" marL="342900" marR="0" rtl="0" algn="l">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Every 10 seconds (default on multiaccess and point-to-point networks)</a:t>
            </a:r>
            <a:endParaRPr/>
          </a:p>
          <a:p>
            <a:pPr indent="-342900" lvl="0" marL="342900" marR="0" rtl="0" algn="l">
              <a:spcBef>
                <a:spcPts val="0"/>
              </a:spcBef>
              <a:spcAft>
                <a:spcPts val="0"/>
              </a:spcAft>
              <a:buClr>
                <a:srgbClr val="FF0000"/>
              </a:buClr>
              <a:buSzPts val="2400"/>
              <a:buFont typeface="Noto Sans Symbols"/>
              <a:buChar char="▪"/>
            </a:pPr>
            <a:r>
              <a:rPr lang="en-US" sz="2400">
                <a:solidFill>
                  <a:srgbClr val="FF0000"/>
                </a:solidFill>
                <a:latin typeface="Calibri"/>
                <a:ea typeface="Calibri"/>
                <a:cs typeface="Calibri"/>
                <a:sym typeface="Calibri"/>
              </a:rPr>
              <a:t>Every 30 seconds</a:t>
            </a:r>
            <a:endParaRPr/>
          </a:p>
          <a:p>
            <a:pPr indent="-342900" lvl="0" marL="342900" marR="0" rtl="0" algn="l">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Dead interval is the period that the router waits to receive a Hello packet before declaring the neighbor down</a:t>
            </a:r>
            <a:endParaRPr/>
          </a:p>
          <a:p>
            <a:pPr indent="-342900" lvl="0" marL="342900" marR="0" rtl="0" algn="l">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Router floods the LSDB with information about down neighbors out all OSPF enabled interfaces</a:t>
            </a:r>
            <a:endParaRPr sz="2400">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6" name="Shape 3156"/>
        <p:cNvGrpSpPr/>
        <p:nvPr/>
      </p:nvGrpSpPr>
      <p:grpSpPr>
        <a:xfrm>
          <a:off x="0" y="0"/>
          <a:ext cx="0" cy="0"/>
          <a:chOff x="0" y="0"/>
          <a:chExt cx="0" cy="0"/>
        </a:xfrm>
      </p:grpSpPr>
      <p:sp>
        <p:nvSpPr>
          <p:cNvPr id="3157" name="Google Shape;3157;p73"/>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Link-State Updates</a:t>
            </a:r>
            <a:endParaRPr>
              <a:solidFill>
                <a:srgbClr val="31859B"/>
              </a:solidFill>
            </a:endParaRPr>
          </a:p>
        </p:txBody>
      </p:sp>
      <p:pic>
        <p:nvPicPr>
          <p:cNvPr id="3158" name="Google Shape;3158;p73"/>
          <p:cNvPicPr preferRelativeResize="0"/>
          <p:nvPr/>
        </p:nvPicPr>
        <p:blipFill rotWithShape="1">
          <a:blip r:embed="rId3">
            <a:alphaModFix/>
          </a:blip>
          <a:srcRect b="0" l="0" r="0" t="0"/>
          <a:stretch/>
        </p:blipFill>
        <p:spPr>
          <a:xfrm>
            <a:off x="1087039" y="1604280"/>
            <a:ext cx="6658827" cy="5072289"/>
          </a:xfrm>
          <a:prstGeom prst="rect">
            <a:avLst/>
          </a:prstGeom>
          <a:noFill/>
          <a:ln>
            <a:noFill/>
          </a:ln>
        </p:spPr>
      </p:pic>
    </p:spTree>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3" name="Shape 3163"/>
        <p:cNvGrpSpPr/>
        <p:nvPr/>
      </p:nvGrpSpPr>
      <p:grpSpPr>
        <a:xfrm>
          <a:off x="0" y="0"/>
          <a:ext cx="0" cy="0"/>
          <a:chOff x="0" y="0"/>
          <a:chExt cx="0" cy="0"/>
        </a:xfrm>
      </p:grpSpPr>
      <p:pic>
        <p:nvPicPr>
          <p:cNvPr id="3164" name="Google Shape;3164;p74"/>
          <p:cNvPicPr preferRelativeResize="0"/>
          <p:nvPr/>
        </p:nvPicPr>
        <p:blipFill rotWithShape="1">
          <a:blip r:embed="rId3">
            <a:alphaModFix/>
          </a:blip>
          <a:srcRect b="0" l="0" r="0" t="0"/>
          <a:stretch/>
        </p:blipFill>
        <p:spPr>
          <a:xfrm>
            <a:off x="4183898" y="3976915"/>
            <a:ext cx="4745562" cy="2534332"/>
          </a:xfrm>
          <a:prstGeom prst="rect">
            <a:avLst/>
          </a:prstGeom>
          <a:noFill/>
          <a:ln>
            <a:noFill/>
          </a:ln>
        </p:spPr>
      </p:pic>
      <p:sp>
        <p:nvSpPr>
          <p:cNvPr id="3165" name="Google Shape;3165;p74"/>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Establish Neighbor Adjacencies</a:t>
            </a:r>
            <a:endParaRPr>
              <a:solidFill>
                <a:srgbClr val="31859B"/>
              </a:solidFill>
            </a:endParaRPr>
          </a:p>
        </p:txBody>
      </p:sp>
      <p:pic>
        <p:nvPicPr>
          <p:cNvPr id="3166" name="Google Shape;3166;p74"/>
          <p:cNvPicPr preferRelativeResize="0"/>
          <p:nvPr/>
        </p:nvPicPr>
        <p:blipFill rotWithShape="1">
          <a:blip r:embed="rId4">
            <a:alphaModFix/>
          </a:blip>
          <a:srcRect b="0" l="0" r="0" t="0"/>
          <a:stretch/>
        </p:blipFill>
        <p:spPr>
          <a:xfrm>
            <a:off x="174172" y="1857115"/>
            <a:ext cx="4404406" cy="3080382"/>
          </a:xfrm>
          <a:prstGeom prst="rect">
            <a:avLst/>
          </a:prstGeom>
          <a:noFill/>
          <a:ln>
            <a:noFill/>
          </a:ln>
        </p:spPr>
      </p:pic>
    </p:spTree>
  </p:cSld>
  <p:clrMapOvr>
    <a:masterClrMapping/>
  </p:clrMapOvr>
  <p:transition spd="med">
    <p:wipe dir="r"/>
  </p:transition>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1" name="Shape 3171"/>
        <p:cNvGrpSpPr/>
        <p:nvPr/>
      </p:nvGrpSpPr>
      <p:grpSpPr>
        <a:xfrm>
          <a:off x="0" y="0"/>
          <a:ext cx="0" cy="0"/>
          <a:chOff x="0" y="0"/>
          <a:chExt cx="0" cy="0"/>
        </a:xfrm>
      </p:grpSpPr>
      <p:sp>
        <p:nvSpPr>
          <p:cNvPr id="3172" name="Google Shape;3172;p75"/>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1800"/>
              <a:t>OSPF Operation</a:t>
            </a:r>
            <a:br>
              <a:rPr lang="en-US" sz="1800"/>
            </a:br>
            <a:r>
              <a:rPr lang="en-US"/>
              <a:t>Establish Neighbor Adjacencies (cont.)</a:t>
            </a:r>
            <a:endParaRPr>
              <a:solidFill>
                <a:srgbClr val="31859B"/>
              </a:solidFill>
            </a:endParaRPr>
          </a:p>
        </p:txBody>
      </p:sp>
      <p:pic>
        <p:nvPicPr>
          <p:cNvPr id="3173" name="Google Shape;3173;p75"/>
          <p:cNvPicPr preferRelativeResize="0"/>
          <p:nvPr/>
        </p:nvPicPr>
        <p:blipFill rotWithShape="1">
          <a:blip r:embed="rId3">
            <a:alphaModFix/>
          </a:blip>
          <a:srcRect b="0" l="0" r="0" t="0"/>
          <a:stretch/>
        </p:blipFill>
        <p:spPr>
          <a:xfrm>
            <a:off x="342899" y="1729014"/>
            <a:ext cx="4747923" cy="2523671"/>
          </a:xfrm>
          <a:prstGeom prst="rect">
            <a:avLst/>
          </a:prstGeom>
          <a:noFill/>
          <a:ln>
            <a:noFill/>
          </a:ln>
        </p:spPr>
      </p:pic>
      <p:pic>
        <p:nvPicPr>
          <p:cNvPr id="3174" name="Google Shape;3174;p75"/>
          <p:cNvPicPr preferRelativeResize="0"/>
          <p:nvPr/>
        </p:nvPicPr>
        <p:blipFill rotWithShape="1">
          <a:blip r:embed="rId4">
            <a:alphaModFix/>
          </a:blip>
          <a:srcRect b="0" l="0" r="0" t="0"/>
          <a:stretch/>
        </p:blipFill>
        <p:spPr>
          <a:xfrm>
            <a:off x="3415380" y="3730171"/>
            <a:ext cx="5068220" cy="2439081"/>
          </a:xfrm>
          <a:prstGeom prst="rect">
            <a:avLst/>
          </a:prstGeom>
          <a:noFill/>
          <a:ln>
            <a:noFill/>
          </a:ln>
        </p:spPr>
      </p:pic>
      <p:sp>
        <p:nvSpPr>
          <p:cNvPr id="3175" name="Google Shape;3175;p75"/>
          <p:cNvSpPr txBox="1"/>
          <p:nvPr/>
        </p:nvSpPr>
        <p:spPr>
          <a:xfrm>
            <a:off x="914400" y="6169252"/>
            <a:ext cx="7569200" cy="2862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 </a:t>
            </a:r>
            <a:r>
              <a:rPr b="1" lang="en-US" sz="1400">
                <a:solidFill>
                  <a:schemeClr val="dk1"/>
                </a:solidFill>
                <a:latin typeface="Calibri"/>
                <a:ea typeface="Calibri"/>
                <a:cs typeface="Calibri"/>
                <a:sym typeface="Calibri"/>
              </a:rPr>
              <a:t>DR and BDR election only occurs on multi-access networks such as Ethernet LANs.</a:t>
            </a:r>
            <a:endParaRPr/>
          </a:p>
        </p:txBody>
      </p:sp>
    </p:spTree>
  </p:cSld>
  <p:clrMapOvr>
    <a:masterClrMapping/>
  </p:clrMapOvr>
  <p:transition spd="med">
    <p:wipe dir="r"/>
  </p:transition>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0" name="Shape 3180"/>
        <p:cNvGrpSpPr/>
        <p:nvPr/>
      </p:nvGrpSpPr>
      <p:grpSpPr>
        <a:xfrm>
          <a:off x="0" y="0"/>
          <a:ext cx="0" cy="0"/>
          <a:chOff x="0" y="0"/>
          <a:chExt cx="0" cy="0"/>
        </a:xfrm>
      </p:grpSpPr>
      <p:sp>
        <p:nvSpPr>
          <p:cNvPr id="3181" name="Google Shape;3181;p76"/>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OSPF DR and BDR</a:t>
            </a:r>
            <a:endParaRPr>
              <a:solidFill>
                <a:srgbClr val="31859B"/>
              </a:solidFill>
            </a:endParaRPr>
          </a:p>
        </p:txBody>
      </p:sp>
      <p:pic>
        <p:nvPicPr>
          <p:cNvPr id="3182" name="Google Shape;3182;p76"/>
          <p:cNvPicPr preferRelativeResize="0"/>
          <p:nvPr/>
        </p:nvPicPr>
        <p:blipFill rotWithShape="1">
          <a:blip r:embed="rId3">
            <a:alphaModFix/>
          </a:blip>
          <a:srcRect b="0" l="0" r="0" t="0"/>
          <a:stretch/>
        </p:blipFill>
        <p:spPr>
          <a:xfrm>
            <a:off x="2146886" y="1465943"/>
            <a:ext cx="4605431" cy="5217976"/>
          </a:xfrm>
          <a:prstGeom prst="rect">
            <a:avLst/>
          </a:prstGeom>
          <a:noFill/>
          <a:ln>
            <a:noFill/>
          </a:ln>
        </p:spPr>
      </p:pic>
    </p:spTree>
  </p:cSld>
  <p:clrMapOvr>
    <a:masterClrMapping/>
  </p:clrMapOvr>
  <p:transition spd="med">
    <p:wipe dir="r"/>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7" name="Shape 3187"/>
        <p:cNvGrpSpPr/>
        <p:nvPr/>
      </p:nvGrpSpPr>
      <p:grpSpPr>
        <a:xfrm>
          <a:off x="0" y="0"/>
          <a:ext cx="0" cy="0"/>
          <a:chOff x="0" y="0"/>
          <a:chExt cx="0" cy="0"/>
        </a:xfrm>
      </p:grpSpPr>
      <p:sp>
        <p:nvSpPr>
          <p:cNvPr id="3188" name="Google Shape;3188;p77"/>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3600"/>
              <a:t> Configure Single-area OSPFv2</a:t>
            </a:r>
            <a:br>
              <a:rPr lang="en-US"/>
            </a:br>
            <a:endParaRPr>
              <a:solidFill>
                <a:srgbClr val="31859B"/>
              </a:solidFill>
            </a:endParaRPr>
          </a:p>
        </p:txBody>
      </p:sp>
      <p:pic>
        <p:nvPicPr>
          <p:cNvPr id="3189" name="Google Shape;3189;p77"/>
          <p:cNvPicPr preferRelativeResize="0"/>
          <p:nvPr/>
        </p:nvPicPr>
        <p:blipFill rotWithShape="1">
          <a:blip r:embed="rId3">
            <a:alphaModFix/>
          </a:blip>
          <a:srcRect b="0" l="0" r="0" t="0"/>
          <a:stretch/>
        </p:blipFill>
        <p:spPr>
          <a:xfrm>
            <a:off x="914400" y="2026920"/>
            <a:ext cx="7411187" cy="2743200"/>
          </a:xfrm>
          <a:prstGeom prst="rect">
            <a:avLst/>
          </a:prstGeom>
          <a:noFill/>
          <a:ln>
            <a:noFill/>
          </a:ln>
        </p:spPr>
      </p:pic>
    </p:spTree>
  </p:cSld>
  <p:clrMapOvr>
    <a:masterClrMapping/>
  </p:clrMapOvr>
  <p:transition spd="med">
    <p:wipe dir="r"/>
  </p:transition>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3" name="Shape 3193"/>
        <p:cNvGrpSpPr/>
        <p:nvPr/>
      </p:nvGrpSpPr>
      <p:grpSpPr>
        <a:xfrm>
          <a:off x="0" y="0"/>
          <a:ext cx="0" cy="0"/>
          <a:chOff x="0" y="0"/>
          <a:chExt cx="0" cy="0"/>
        </a:xfrm>
      </p:grpSpPr>
      <p:sp>
        <p:nvSpPr>
          <p:cNvPr id="3194" name="Google Shape;3194;p78"/>
          <p:cNvSpPr txBox="1"/>
          <p:nvPr>
            <p:ph type="title"/>
          </p:nvPr>
        </p:nvSpPr>
        <p:spPr>
          <a:xfrm>
            <a:off x="762000" y="327660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Single vs. Multi-Area OSPF</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9" name="Shape 3199"/>
        <p:cNvGrpSpPr/>
        <p:nvPr/>
      </p:nvGrpSpPr>
      <p:grpSpPr>
        <a:xfrm>
          <a:off x="0" y="0"/>
          <a:ext cx="0" cy="0"/>
          <a:chOff x="0" y="0"/>
          <a:chExt cx="0" cy="0"/>
        </a:xfrm>
      </p:grpSpPr>
      <p:sp>
        <p:nvSpPr>
          <p:cNvPr id="3200" name="Google Shape;3200;p79"/>
          <p:cNvSpPr txBox="1"/>
          <p:nvPr>
            <p:ph type="title"/>
          </p:nvPr>
        </p:nvSpPr>
        <p:spPr>
          <a:xfrm>
            <a:off x="455839" y="463097"/>
            <a:ext cx="8456613" cy="8715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1800"/>
              <a:t>Why Multiarea OSPF?</a:t>
            </a:r>
            <a:br>
              <a:rPr lang="en-US"/>
            </a:br>
            <a:r>
              <a:rPr lang="en-US"/>
              <a:t>Single-Area OSPF</a:t>
            </a:r>
            <a:endParaRPr>
              <a:solidFill>
                <a:srgbClr val="31859B"/>
              </a:solidFill>
            </a:endParaRPr>
          </a:p>
        </p:txBody>
      </p:sp>
      <p:sp>
        <p:nvSpPr>
          <p:cNvPr id="3201" name="Google Shape;3201;p79"/>
          <p:cNvSpPr txBox="1"/>
          <p:nvPr>
            <p:ph idx="1" type="body"/>
          </p:nvPr>
        </p:nvSpPr>
        <p:spPr>
          <a:xfrm>
            <a:off x="510496" y="1550762"/>
            <a:ext cx="7940675" cy="21524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t>Single-area OSPF is useful in smaller networks. If an area becomes too big, the following issues must be addressed:</a:t>
            </a:r>
            <a:endParaRPr sz="2000"/>
          </a:p>
          <a:p>
            <a:pPr indent="-342900" lvl="0" marL="342900" rtl="0" algn="l">
              <a:spcBef>
                <a:spcPts val="400"/>
              </a:spcBef>
              <a:spcAft>
                <a:spcPts val="0"/>
              </a:spcAft>
              <a:buClr>
                <a:schemeClr val="dk1"/>
              </a:buClr>
              <a:buSzPts val="2000"/>
              <a:buChar char="•"/>
            </a:pPr>
            <a:r>
              <a:rPr lang="en-US" sz="2000"/>
              <a:t>Large routing table (no summarization by default)</a:t>
            </a:r>
            <a:endParaRPr/>
          </a:p>
          <a:p>
            <a:pPr indent="-342900" lvl="0" marL="342900" rtl="0" algn="l">
              <a:spcBef>
                <a:spcPts val="400"/>
              </a:spcBef>
              <a:spcAft>
                <a:spcPts val="0"/>
              </a:spcAft>
              <a:buClr>
                <a:schemeClr val="dk1"/>
              </a:buClr>
              <a:buSzPts val="2000"/>
              <a:buChar char="•"/>
            </a:pPr>
            <a:r>
              <a:rPr lang="en-US" sz="2000"/>
              <a:t>Large link-state database (LSDB) </a:t>
            </a:r>
            <a:endParaRPr sz="2000"/>
          </a:p>
          <a:p>
            <a:pPr indent="-342900" lvl="0" marL="342900" rtl="0" algn="l">
              <a:spcBef>
                <a:spcPts val="400"/>
              </a:spcBef>
              <a:spcAft>
                <a:spcPts val="0"/>
              </a:spcAft>
              <a:buClr>
                <a:schemeClr val="dk1"/>
              </a:buClr>
              <a:buSzPts val="2000"/>
              <a:buChar char="•"/>
            </a:pPr>
            <a:r>
              <a:rPr lang="en-US" sz="2000"/>
              <a:t>Frequent SPF algorithm calculations  </a:t>
            </a:r>
            <a:endParaRPr sz="2000"/>
          </a:p>
        </p:txBody>
      </p:sp>
      <p:pic>
        <p:nvPicPr>
          <p:cNvPr id="3202" name="Google Shape;3202;p79"/>
          <p:cNvPicPr preferRelativeResize="0"/>
          <p:nvPr/>
        </p:nvPicPr>
        <p:blipFill rotWithShape="1">
          <a:blip r:embed="rId3">
            <a:alphaModFix/>
          </a:blip>
          <a:srcRect b="0" l="0" r="0" t="0"/>
          <a:stretch/>
        </p:blipFill>
        <p:spPr>
          <a:xfrm>
            <a:off x="1475688" y="3657600"/>
            <a:ext cx="6042709" cy="3035526"/>
          </a:xfrm>
          <a:prstGeom prst="rect">
            <a:avLst/>
          </a:prstGeom>
          <a:noFill/>
          <a:ln cap="flat" cmpd="sng" w="9525">
            <a:solidFill>
              <a:schemeClr val="dk1"/>
            </a:solidFill>
            <a:prstDash val="solid"/>
            <a:bevel/>
            <a:headEnd len="sm" w="sm" type="none"/>
            <a:tailEnd len="sm" w="sm" type="none"/>
          </a:ln>
        </p:spPr>
      </p:pic>
    </p:spTree>
  </p:cSld>
  <p:clrMapOvr>
    <a:masterClrMapping/>
  </p:clrMapOvr>
  <p:transition spd="med">
    <p:wipe dir="r"/>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7" name="Shape 3207"/>
        <p:cNvGrpSpPr/>
        <p:nvPr/>
      </p:nvGrpSpPr>
      <p:grpSpPr>
        <a:xfrm>
          <a:off x="0" y="0"/>
          <a:ext cx="0" cy="0"/>
          <a:chOff x="0" y="0"/>
          <a:chExt cx="0" cy="0"/>
        </a:xfrm>
      </p:grpSpPr>
      <p:sp>
        <p:nvSpPr>
          <p:cNvPr id="3208" name="Google Shape;3208;p80"/>
          <p:cNvSpPr txBox="1"/>
          <p:nvPr>
            <p:ph type="title"/>
          </p:nvPr>
        </p:nvSpPr>
        <p:spPr>
          <a:xfrm>
            <a:off x="522548" y="477611"/>
            <a:ext cx="8456613" cy="8715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1800"/>
              <a:t>Why Multiarea OSPF?</a:t>
            </a:r>
            <a:br>
              <a:rPr lang="en-US"/>
            </a:br>
            <a:r>
              <a:rPr lang="en-US"/>
              <a:t>Multiarea OSPF</a:t>
            </a:r>
            <a:endParaRPr>
              <a:solidFill>
                <a:srgbClr val="31859B"/>
              </a:solidFill>
            </a:endParaRPr>
          </a:p>
        </p:txBody>
      </p:sp>
      <p:pic>
        <p:nvPicPr>
          <p:cNvPr id="3209" name="Google Shape;3209;p80"/>
          <p:cNvPicPr preferRelativeResize="0"/>
          <p:nvPr/>
        </p:nvPicPr>
        <p:blipFill rotWithShape="1">
          <a:blip r:embed="rId3">
            <a:alphaModFix/>
          </a:blip>
          <a:srcRect b="0" l="0" r="0" t="0"/>
          <a:stretch/>
        </p:blipFill>
        <p:spPr>
          <a:xfrm>
            <a:off x="1161143" y="2445801"/>
            <a:ext cx="6691086" cy="4147002"/>
          </a:xfrm>
          <a:prstGeom prst="rect">
            <a:avLst/>
          </a:prstGeom>
          <a:noFill/>
          <a:ln cap="flat" cmpd="sng" w="9525">
            <a:solidFill>
              <a:schemeClr val="dk1"/>
            </a:solidFill>
            <a:prstDash val="solid"/>
            <a:bevel/>
            <a:headEnd len="sm" w="sm" type="none"/>
            <a:tailEnd len="sm" w="sm" type="none"/>
          </a:ln>
        </p:spPr>
      </p:pic>
      <p:sp>
        <p:nvSpPr>
          <p:cNvPr id="3210" name="Google Shape;3210;p80"/>
          <p:cNvSpPr/>
          <p:nvPr/>
        </p:nvSpPr>
        <p:spPr>
          <a:xfrm>
            <a:off x="624116" y="1508121"/>
            <a:ext cx="786472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Multiarea OSPF requires a hierarchical network design and the main area is called the backbone area, or area 0, and all other areas must connect to the backbone area.</a:t>
            </a:r>
            <a:endParaRPr sz="2000">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5" name="Shape 3215"/>
        <p:cNvGrpSpPr/>
        <p:nvPr/>
      </p:nvGrpSpPr>
      <p:grpSpPr>
        <a:xfrm>
          <a:off x="0" y="0"/>
          <a:ext cx="0" cy="0"/>
          <a:chOff x="0" y="0"/>
          <a:chExt cx="0" cy="0"/>
        </a:xfrm>
      </p:grpSpPr>
      <p:sp>
        <p:nvSpPr>
          <p:cNvPr id="3216" name="Google Shape;3216;p81"/>
          <p:cNvSpPr txBox="1"/>
          <p:nvPr>
            <p:ph type="title"/>
          </p:nvPr>
        </p:nvSpPr>
        <p:spPr>
          <a:xfrm>
            <a:off x="397782" y="477611"/>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OSPF Two-Layer Area Hierarchy</a:t>
            </a:r>
            <a:endParaRPr>
              <a:solidFill>
                <a:srgbClr val="31859B"/>
              </a:solidFill>
            </a:endParaRPr>
          </a:p>
        </p:txBody>
      </p:sp>
      <p:sp>
        <p:nvSpPr>
          <p:cNvPr id="3217" name="Google Shape;3217;p81"/>
          <p:cNvSpPr txBox="1"/>
          <p:nvPr>
            <p:ph idx="1" type="body"/>
          </p:nvPr>
        </p:nvSpPr>
        <p:spPr>
          <a:xfrm>
            <a:off x="435429" y="1582057"/>
            <a:ext cx="8302171" cy="4369481"/>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000"/>
              <a:buNone/>
            </a:pPr>
            <a:r>
              <a:rPr lang="en-US" sz="2000"/>
              <a:t>Multiarea OSPF is implemented in a two-layer area hierarchy:</a:t>
            </a:r>
            <a:endParaRPr/>
          </a:p>
          <a:p>
            <a:pPr indent="-342900" lvl="1" marL="800100" rtl="0" algn="l">
              <a:spcBef>
                <a:spcPts val="560"/>
              </a:spcBef>
              <a:spcAft>
                <a:spcPts val="0"/>
              </a:spcAft>
              <a:buClr>
                <a:schemeClr val="dk1"/>
              </a:buClr>
              <a:buSzPts val="2800"/>
              <a:buFont typeface="Noto Sans Symbols"/>
              <a:buChar char="▪"/>
            </a:pPr>
            <a:r>
              <a:rPr b="1" lang="en-US"/>
              <a:t>Backbone (transit) area</a:t>
            </a:r>
            <a:r>
              <a:rPr lang="en-US"/>
              <a:t> </a:t>
            </a:r>
            <a:endParaRPr/>
          </a:p>
          <a:p>
            <a:pPr indent="-342900" lvl="2" marL="1020762" rtl="0" algn="l">
              <a:spcBef>
                <a:spcPts val="480"/>
              </a:spcBef>
              <a:spcAft>
                <a:spcPts val="0"/>
              </a:spcAft>
              <a:buClr>
                <a:schemeClr val="dk1"/>
              </a:buClr>
              <a:buSzPts val="2400"/>
              <a:buFont typeface="Noto Sans Symbols"/>
              <a:buChar char="▪"/>
            </a:pPr>
            <a:r>
              <a:rPr lang="en-US"/>
              <a:t>Area whose primary function is the fast and efficient movement of IP packets. </a:t>
            </a:r>
            <a:endParaRPr/>
          </a:p>
          <a:p>
            <a:pPr indent="-342900" lvl="2" marL="1020762" rtl="0" algn="l">
              <a:spcBef>
                <a:spcPts val="480"/>
              </a:spcBef>
              <a:spcAft>
                <a:spcPts val="0"/>
              </a:spcAft>
              <a:buClr>
                <a:schemeClr val="dk1"/>
              </a:buClr>
              <a:buSzPts val="2400"/>
              <a:buFont typeface="Noto Sans Symbols"/>
              <a:buChar char="▪"/>
            </a:pPr>
            <a:r>
              <a:rPr lang="en-US"/>
              <a:t>Interconnects with other OSPF area types.</a:t>
            </a:r>
            <a:endParaRPr/>
          </a:p>
          <a:p>
            <a:pPr indent="-342900" lvl="2" marL="1020762" rtl="0" algn="l">
              <a:spcBef>
                <a:spcPts val="480"/>
              </a:spcBef>
              <a:spcAft>
                <a:spcPts val="0"/>
              </a:spcAft>
              <a:buClr>
                <a:schemeClr val="dk1"/>
              </a:buClr>
              <a:buSzPts val="2400"/>
              <a:buFont typeface="Noto Sans Symbols"/>
              <a:buChar char="▪"/>
            </a:pPr>
            <a:r>
              <a:rPr lang="en-US"/>
              <a:t>Called OSPF area 0, to which all other areas directly connect.</a:t>
            </a:r>
            <a:endParaRPr/>
          </a:p>
          <a:p>
            <a:pPr indent="-342900" lvl="1" marL="685800" rtl="0" algn="l">
              <a:spcBef>
                <a:spcPts val="560"/>
              </a:spcBef>
              <a:spcAft>
                <a:spcPts val="0"/>
              </a:spcAft>
              <a:buClr>
                <a:schemeClr val="dk1"/>
              </a:buClr>
              <a:buSzPts val="2800"/>
              <a:buFont typeface="Noto Sans Symbols"/>
              <a:buChar char="▪"/>
            </a:pPr>
            <a:r>
              <a:rPr b="1" lang="en-US"/>
              <a:t>Regular (nonbackbone) area</a:t>
            </a:r>
            <a:endParaRPr/>
          </a:p>
          <a:p>
            <a:pPr indent="-342900" lvl="2" marL="1025525" rtl="0" algn="l">
              <a:spcBef>
                <a:spcPts val="480"/>
              </a:spcBef>
              <a:spcAft>
                <a:spcPts val="0"/>
              </a:spcAft>
              <a:buClr>
                <a:schemeClr val="dk1"/>
              </a:buClr>
              <a:buSzPts val="2400"/>
              <a:buFont typeface="Noto Sans Symbols"/>
              <a:buChar char="▪"/>
            </a:pPr>
            <a:r>
              <a:rPr lang="en-US"/>
              <a:t>Connects users and resources.</a:t>
            </a:r>
            <a:endParaRPr/>
          </a:p>
          <a:p>
            <a:pPr indent="-342900" lvl="2" marL="1025525" rtl="0" algn="l">
              <a:spcBef>
                <a:spcPts val="480"/>
              </a:spcBef>
              <a:spcAft>
                <a:spcPts val="0"/>
              </a:spcAft>
              <a:buClr>
                <a:schemeClr val="dk1"/>
              </a:buClr>
              <a:buSzPts val="2400"/>
              <a:buFont typeface="Noto Sans Symbols"/>
              <a:buChar char="▪"/>
            </a:pPr>
            <a:r>
              <a:rPr lang="en-US"/>
              <a:t>A regular area does not allow traffic from another area to use its links to reach other areas.</a:t>
            </a:r>
            <a:endParaRPr/>
          </a:p>
          <a:p>
            <a:pPr indent="-107950" lvl="1" marL="742950" rtl="0" algn="l">
              <a:spcBef>
                <a:spcPts val="560"/>
              </a:spcBef>
              <a:spcAft>
                <a:spcPts val="0"/>
              </a:spcAft>
              <a:buClr>
                <a:schemeClr val="dk1"/>
              </a:buClr>
              <a:buSzPts val="2800"/>
              <a:buNone/>
            </a:pPr>
            <a:r>
              <a:t/>
            </a:r>
            <a:endParaRPr/>
          </a:p>
        </p:txBody>
      </p:sp>
    </p:spTree>
  </p:cSld>
  <p:clrMapOvr>
    <a:masterClrMapping/>
  </p:clrMapOvr>
  <p:transition spd="med">
    <p:wipe dir="r"/>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2" name="Shape 3222"/>
        <p:cNvGrpSpPr/>
        <p:nvPr/>
      </p:nvGrpSpPr>
      <p:grpSpPr>
        <a:xfrm>
          <a:off x="0" y="0"/>
          <a:ext cx="0" cy="0"/>
          <a:chOff x="0" y="0"/>
          <a:chExt cx="0" cy="0"/>
        </a:xfrm>
      </p:grpSpPr>
      <p:sp>
        <p:nvSpPr>
          <p:cNvPr id="3223" name="Google Shape;3223;p82"/>
          <p:cNvSpPr txBox="1"/>
          <p:nvPr>
            <p:ph type="title"/>
          </p:nvPr>
        </p:nvSpPr>
        <p:spPr>
          <a:xfrm>
            <a:off x="465723" y="507659"/>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Types of OSPF Routers</a:t>
            </a:r>
            <a:endParaRPr>
              <a:solidFill>
                <a:srgbClr val="31859B"/>
              </a:solidFill>
            </a:endParaRPr>
          </a:p>
        </p:txBody>
      </p:sp>
      <p:pic>
        <p:nvPicPr>
          <p:cNvPr id="3224" name="Google Shape;3224;p82"/>
          <p:cNvPicPr preferRelativeResize="0"/>
          <p:nvPr/>
        </p:nvPicPr>
        <p:blipFill rotWithShape="1">
          <a:blip r:embed="rId3">
            <a:alphaModFix/>
          </a:blip>
          <a:srcRect b="0" l="0" r="0" t="0"/>
          <a:stretch/>
        </p:blipFill>
        <p:spPr>
          <a:xfrm>
            <a:off x="1440637" y="1887832"/>
            <a:ext cx="6585764" cy="4411367"/>
          </a:xfrm>
          <a:prstGeom prst="rect">
            <a:avLst/>
          </a:prstGeom>
          <a:noFill/>
          <a:ln cap="flat" cmpd="sng" w="9525">
            <a:solidFill>
              <a:schemeClr val="dk1"/>
            </a:solidFill>
            <a:prstDash val="solid"/>
            <a:miter lim="800000"/>
            <a:headEnd len="sm" w="sm" type="none"/>
            <a:tailEnd len="sm" w="sm" type="none"/>
          </a:ln>
        </p:spPr>
      </p:pic>
    </p:spTree>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9" name="Shape 3229"/>
        <p:cNvGrpSpPr/>
        <p:nvPr/>
      </p:nvGrpSpPr>
      <p:grpSpPr>
        <a:xfrm>
          <a:off x="0" y="0"/>
          <a:ext cx="0" cy="0"/>
          <a:chOff x="0" y="0"/>
          <a:chExt cx="0" cy="0"/>
        </a:xfrm>
      </p:grpSpPr>
      <p:sp>
        <p:nvSpPr>
          <p:cNvPr id="3230" name="Google Shape;3230;p83"/>
          <p:cNvSpPr txBox="1"/>
          <p:nvPr>
            <p:ph type="title"/>
          </p:nvPr>
        </p:nvSpPr>
        <p:spPr>
          <a:xfrm>
            <a:off x="465723" y="507659"/>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Types of OSPF Routers (cont.)</a:t>
            </a:r>
            <a:endParaRPr>
              <a:solidFill>
                <a:srgbClr val="31859B"/>
              </a:solidFill>
            </a:endParaRPr>
          </a:p>
        </p:txBody>
      </p:sp>
      <p:pic>
        <p:nvPicPr>
          <p:cNvPr id="3231" name="Google Shape;3231;p83"/>
          <p:cNvPicPr preferRelativeResize="0"/>
          <p:nvPr/>
        </p:nvPicPr>
        <p:blipFill rotWithShape="1">
          <a:blip r:embed="rId3">
            <a:alphaModFix/>
          </a:blip>
          <a:srcRect b="0" l="0" r="0" t="0"/>
          <a:stretch/>
        </p:blipFill>
        <p:spPr>
          <a:xfrm>
            <a:off x="1201627" y="1951885"/>
            <a:ext cx="6679630" cy="4347313"/>
          </a:xfrm>
          <a:prstGeom prst="rect">
            <a:avLst/>
          </a:prstGeom>
          <a:noFill/>
          <a:ln cap="flat" cmpd="sng" w="9525">
            <a:solidFill>
              <a:schemeClr val="dk1"/>
            </a:solidFill>
            <a:prstDash val="solid"/>
            <a:miter lim="800000"/>
            <a:headEnd len="sm" w="sm" type="none"/>
            <a:tailEnd len="sm" w="sm" type="none"/>
          </a:ln>
        </p:spPr>
      </p:pic>
    </p:spTree>
  </p:cSld>
  <p:clrMapOvr>
    <a:masterClrMapping/>
  </p:clrMapOvr>
  <p:transition spd="med">
    <p:wipe dir="r"/>
  </p:transition>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6" name="Shape 3236"/>
        <p:cNvGrpSpPr/>
        <p:nvPr/>
      </p:nvGrpSpPr>
      <p:grpSpPr>
        <a:xfrm>
          <a:off x="0" y="0"/>
          <a:ext cx="0" cy="0"/>
          <a:chOff x="0" y="0"/>
          <a:chExt cx="0" cy="0"/>
        </a:xfrm>
      </p:grpSpPr>
      <p:sp>
        <p:nvSpPr>
          <p:cNvPr id="3237" name="Google Shape;3237;p84"/>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lang="en-US"/>
            </a:br>
            <a:r>
              <a:rPr lang="en-US"/>
              <a:t>Types of OSPF Routers (cont.)</a:t>
            </a:r>
            <a:endParaRPr>
              <a:solidFill>
                <a:srgbClr val="31859B"/>
              </a:solidFill>
            </a:endParaRPr>
          </a:p>
        </p:txBody>
      </p:sp>
      <p:pic>
        <p:nvPicPr>
          <p:cNvPr id="3238" name="Google Shape;3238;p84"/>
          <p:cNvPicPr preferRelativeResize="0"/>
          <p:nvPr/>
        </p:nvPicPr>
        <p:blipFill rotWithShape="1">
          <a:blip r:embed="rId3">
            <a:alphaModFix/>
          </a:blip>
          <a:srcRect b="0" l="0" r="0" t="0"/>
          <a:stretch/>
        </p:blipFill>
        <p:spPr>
          <a:xfrm>
            <a:off x="1364395" y="1828800"/>
            <a:ext cx="6742011" cy="4586513"/>
          </a:xfrm>
          <a:prstGeom prst="rect">
            <a:avLst/>
          </a:prstGeom>
          <a:noFill/>
          <a:ln cap="flat" cmpd="sng" w="9525">
            <a:solidFill>
              <a:schemeClr val="dk1"/>
            </a:solidFill>
            <a:prstDash val="solid"/>
            <a:miter lim="800000"/>
            <a:headEnd len="sm" w="sm" type="none"/>
            <a:tailEnd len="sm" w="sm" type="none"/>
          </a:ln>
        </p:spPr>
      </p:pic>
    </p:spTree>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3" name="Shape 3243"/>
        <p:cNvGrpSpPr/>
        <p:nvPr/>
      </p:nvGrpSpPr>
      <p:grpSpPr>
        <a:xfrm>
          <a:off x="0" y="0"/>
          <a:ext cx="0" cy="0"/>
          <a:chOff x="0" y="0"/>
          <a:chExt cx="0" cy="0"/>
        </a:xfrm>
      </p:grpSpPr>
      <p:sp>
        <p:nvSpPr>
          <p:cNvPr id="3244" name="Google Shape;3244;p85"/>
          <p:cNvSpPr txBox="1"/>
          <p:nvPr>
            <p:ph type="title"/>
          </p:nvPr>
        </p:nvSpPr>
        <p:spPr>
          <a:xfrm>
            <a:off x="339725" y="492125"/>
            <a:ext cx="8456613" cy="8715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1800"/>
              <a:t>Why Multiarea OSPF?</a:t>
            </a:r>
            <a:br>
              <a:rPr lang="en-US"/>
            </a:br>
            <a:r>
              <a:rPr lang="en-US"/>
              <a:t>Types of OSPF Routers (cont.)</a:t>
            </a:r>
            <a:endParaRPr>
              <a:solidFill>
                <a:srgbClr val="31859B"/>
              </a:solidFill>
            </a:endParaRPr>
          </a:p>
        </p:txBody>
      </p:sp>
      <p:pic>
        <p:nvPicPr>
          <p:cNvPr id="3245" name="Google Shape;3245;p85"/>
          <p:cNvPicPr preferRelativeResize="0"/>
          <p:nvPr/>
        </p:nvPicPr>
        <p:blipFill rotWithShape="1">
          <a:blip r:embed="rId3">
            <a:alphaModFix/>
          </a:blip>
          <a:srcRect b="0" l="0" r="0" t="0"/>
          <a:stretch/>
        </p:blipFill>
        <p:spPr>
          <a:xfrm>
            <a:off x="1200773" y="1845056"/>
            <a:ext cx="6970770" cy="4686373"/>
          </a:xfrm>
          <a:prstGeom prst="rect">
            <a:avLst/>
          </a:prstGeom>
          <a:noFill/>
          <a:ln cap="flat" cmpd="sng" w="9525">
            <a:solidFill>
              <a:schemeClr val="dk1"/>
            </a:solidFill>
            <a:prstDash val="solid"/>
            <a:miter lim="800000"/>
            <a:headEnd len="sm" w="sm" type="none"/>
            <a:tailEnd len="sm" w="sm" type="none"/>
          </a:ln>
        </p:spPr>
      </p:pic>
    </p:spTree>
  </p:cSld>
  <p:clrMapOvr>
    <a:masterClrMapping/>
  </p:clrMapOvr>
  <p:transition spd="med">
    <p:wipe dir="r"/>
  </p:transition>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9" name="Shape 3249"/>
        <p:cNvGrpSpPr/>
        <p:nvPr/>
      </p:nvGrpSpPr>
      <p:grpSpPr>
        <a:xfrm>
          <a:off x="0" y="0"/>
          <a:ext cx="0" cy="0"/>
          <a:chOff x="0" y="0"/>
          <a:chExt cx="0" cy="0"/>
        </a:xfrm>
      </p:grpSpPr>
      <p:sp>
        <p:nvSpPr>
          <p:cNvPr id="3250" name="Google Shape;3250;p86"/>
          <p:cNvSpPr txBox="1"/>
          <p:nvPr>
            <p:ph type="title"/>
          </p:nvPr>
        </p:nvSpPr>
        <p:spPr>
          <a:xfrm>
            <a:off x="533400" y="2743200"/>
            <a:ext cx="8145462"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Configuring Multi Area OSPF</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5" name="Shape 3255"/>
        <p:cNvGrpSpPr/>
        <p:nvPr/>
      </p:nvGrpSpPr>
      <p:grpSpPr>
        <a:xfrm>
          <a:off x="0" y="0"/>
          <a:ext cx="0" cy="0"/>
          <a:chOff x="0" y="0"/>
          <a:chExt cx="0" cy="0"/>
        </a:xfrm>
      </p:grpSpPr>
      <p:sp>
        <p:nvSpPr>
          <p:cNvPr id="3256" name="Google Shape;3256;p87"/>
          <p:cNvSpPr txBox="1"/>
          <p:nvPr>
            <p:ph type="title"/>
          </p:nvPr>
        </p:nvSpPr>
        <p:spPr>
          <a:xfrm>
            <a:off x="431165" y="476885"/>
            <a:ext cx="8456613"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Configuring Multiarea OSPF</a:t>
            </a:r>
            <a:endParaRPr>
              <a:solidFill>
                <a:srgbClr val="31859B"/>
              </a:solidFill>
            </a:endParaRPr>
          </a:p>
        </p:txBody>
      </p:sp>
      <p:pic>
        <p:nvPicPr>
          <p:cNvPr id="3257" name="Google Shape;3257;p87"/>
          <p:cNvPicPr preferRelativeResize="0"/>
          <p:nvPr/>
        </p:nvPicPr>
        <p:blipFill rotWithShape="1">
          <a:blip r:embed="rId3">
            <a:alphaModFix/>
          </a:blip>
          <a:srcRect b="0" l="0" r="0" t="0"/>
          <a:stretch/>
        </p:blipFill>
        <p:spPr>
          <a:xfrm>
            <a:off x="289152" y="1839460"/>
            <a:ext cx="5037591" cy="4060322"/>
          </a:xfrm>
          <a:prstGeom prst="rect">
            <a:avLst/>
          </a:prstGeom>
          <a:noFill/>
          <a:ln>
            <a:noFill/>
          </a:ln>
        </p:spPr>
      </p:pic>
      <p:pic>
        <p:nvPicPr>
          <p:cNvPr id="3258" name="Google Shape;3258;p87"/>
          <p:cNvPicPr preferRelativeResize="0"/>
          <p:nvPr/>
        </p:nvPicPr>
        <p:blipFill rotWithShape="1">
          <a:blip r:embed="rId4">
            <a:alphaModFix/>
          </a:blip>
          <a:srcRect b="0" l="0" r="0" t="0"/>
          <a:stretch/>
        </p:blipFill>
        <p:spPr>
          <a:xfrm>
            <a:off x="3807240" y="1839460"/>
            <a:ext cx="4688833" cy="1704068"/>
          </a:xfrm>
          <a:prstGeom prst="rect">
            <a:avLst/>
          </a:prstGeom>
          <a:noFill/>
          <a:ln>
            <a:noFill/>
          </a:ln>
        </p:spPr>
      </p:pic>
      <p:sp>
        <p:nvSpPr>
          <p:cNvPr id="3259" name="Google Shape;3259;p87"/>
          <p:cNvSpPr txBox="1"/>
          <p:nvPr/>
        </p:nvSpPr>
        <p:spPr>
          <a:xfrm>
            <a:off x="289152" y="1627094"/>
            <a:ext cx="8258628" cy="4745915"/>
          </a:xfrm>
          <a:prstGeom prst="rect">
            <a:avLst/>
          </a:prstGeom>
          <a:noFill/>
          <a:ln cap="flat" cmpd="sng" w="9525">
            <a:solidFill>
              <a:schemeClr val="dk1"/>
            </a:solidFill>
            <a:prstDash val="solid"/>
            <a:bevel/>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4" name="Shape 3264"/>
        <p:cNvGrpSpPr/>
        <p:nvPr/>
      </p:nvGrpSpPr>
      <p:grpSpPr>
        <a:xfrm>
          <a:off x="0" y="0"/>
          <a:ext cx="0" cy="0"/>
          <a:chOff x="0" y="0"/>
          <a:chExt cx="0" cy="0"/>
        </a:xfrm>
      </p:grpSpPr>
      <p:sp>
        <p:nvSpPr>
          <p:cNvPr id="3265" name="Google Shape;3265;p88"/>
          <p:cNvSpPr txBox="1"/>
          <p:nvPr>
            <p:ph type="title"/>
          </p:nvPr>
        </p:nvSpPr>
        <p:spPr>
          <a:xfrm>
            <a:off x="420913" y="431165"/>
            <a:ext cx="8723087" cy="8715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Verifying Multiarea OSPF</a:t>
            </a:r>
            <a:endParaRPr>
              <a:solidFill>
                <a:srgbClr val="31859B"/>
              </a:solidFill>
            </a:endParaRPr>
          </a:p>
        </p:txBody>
      </p:sp>
      <p:sp>
        <p:nvSpPr>
          <p:cNvPr id="3266" name="Google Shape;3266;p88"/>
          <p:cNvSpPr txBox="1"/>
          <p:nvPr>
            <p:ph idx="1" type="body"/>
          </p:nvPr>
        </p:nvSpPr>
        <p:spPr>
          <a:xfrm>
            <a:off x="487680" y="1554480"/>
            <a:ext cx="7959634" cy="49914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t>The same verification commands are used to verify single-area OSPF and can be used to verify multiarea OSPF: </a:t>
            </a:r>
            <a:endParaRPr/>
          </a:p>
          <a:p>
            <a:pPr indent="-342900" lvl="0" marL="342900" rtl="0" algn="l">
              <a:spcBef>
                <a:spcPts val="400"/>
              </a:spcBef>
              <a:spcAft>
                <a:spcPts val="0"/>
              </a:spcAft>
              <a:buClr>
                <a:schemeClr val="dk1"/>
              </a:buClr>
              <a:buSzPts val="2000"/>
              <a:buChar char="•"/>
            </a:pPr>
            <a:r>
              <a:rPr b="1" lang="en-US" sz="2000">
                <a:latin typeface="Courier New"/>
                <a:ea typeface="Courier New"/>
                <a:cs typeface="Courier New"/>
                <a:sym typeface="Courier New"/>
              </a:rPr>
              <a:t>show ip ospf neighbor</a:t>
            </a:r>
            <a:r>
              <a:rPr lang="en-US" sz="2000">
                <a:latin typeface="Courier New"/>
                <a:ea typeface="Courier New"/>
                <a:cs typeface="Courier New"/>
                <a:sym typeface="Courier New"/>
              </a:rPr>
              <a:t> </a:t>
            </a:r>
            <a:endParaRPr/>
          </a:p>
          <a:p>
            <a:pPr indent="-342900" lvl="0" marL="342900" rtl="0" algn="l">
              <a:spcBef>
                <a:spcPts val="400"/>
              </a:spcBef>
              <a:spcAft>
                <a:spcPts val="0"/>
              </a:spcAft>
              <a:buClr>
                <a:schemeClr val="dk1"/>
              </a:buClr>
              <a:buSzPts val="2000"/>
              <a:buChar char="•"/>
            </a:pPr>
            <a:r>
              <a:rPr b="1" lang="en-US" sz="2000">
                <a:latin typeface="Courier New"/>
                <a:ea typeface="Courier New"/>
                <a:cs typeface="Courier New"/>
                <a:sym typeface="Courier New"/>
              </a:rPr>
              <a:t>show ip ospf</a:t>
            </a:r>
            <a:endParaRPr sz="2000">
              <a:latin typeface="Courier New"/>
              <a:ea typeface="Courier New"/>
              <a:cs typeface="Courier New"/>
              <a:sym typeface="Courier New"/>
            </a:endParaRPr>
          </a:p>
          <a:p>
            <a:pPr indent="-342900" lvl="0" marL="342900" rtl="0" algn="l">
              <a:spcBef>
                <a:spcPts val="400"/>
              </a:spcBef>
              <a:spcAft>
                <a:spcPts val="0"/>
              </a:spcAft>
              <a:buClr>
                <a:schemeClr val="dk1"/>
              </a:buClr>
              <a:buSzPts val="2000"/>
              <a:buChar char="•"/>
            </a:pPr>
            <a:r>
              <a:rPr b="1" lang="en-US" sz="2000">
                <a:latin typeface="Courier New"/>
                <a:ea typeface="Courier New"/>
                <a:cs typeface="Courier New"/>
                <a:sym typeface="Courier New"/>
              </a:rPr>
              <a:t>show ip ospf interface</a:t>
            </a:r>
            <a:endParaRPr sz="2000">
              <a:latin typeface="Courier New"/>
              <a:ea typeface="Courier New"/>
              <a:cs typeface="Courier New"/>
              <a:sym typeface="Courier New"/>
            </a:endParaRPr>
          </a:p>
          <a:p>
            <a:pPr indent="0" lvl="0" marL="0" rtl="0" algn="l">
              <a:spcBef>
                <a:spcPts val="400"/>
              </a:spcBef>
              <a:spcAft>
                <a:spcPts val="0"/>
              </a:spcAft>
              <a:buClr>
                <a:schemeClr val="dk1"/>
              </a:buClr>
              <a:buSzPts val="2000"/>
              <a:buNone/>
            </a:pPr>
            <a:r>
              <a:rPr lang="en-US" sz="2000"/>
              <a:t>Commands specific to multiarea information include:</a:t>
            </a:r>
            <a:endParaRPr/>
          </a:p>
          <a:p>
            <a:pPr indent="-342900" lvl="0" marL="342900" rtl="0" algn="l">
              <a:spcBef>
                <a:spcPts val="400"/>
              </a:spcBef>
              <a:spcAft>
                <a:spcPts val="0"/>
              </a:spcAft>
              <a:buClr>
                <a:schemeClr val="dk1"/>
              </a:buClr>
              <a:buSzPts val="2000"/>
              <a:buChar char="•"/>
            </a:pPr>
            <a:r>
              <a:rPr b="1" lang="en-US" sz="2000">
                <a:latin typeface="Courier New"/>
                <a:ea typeface="Courier New"/>
                <a:cs typeface="Courier New"/>
                <a:sym typeface="Courier New"/>
              </a:rPr>
              <a:t>show ip protocols</a:t>
            </a:r>
            <a:endParaRPr sz="2000">
              <a:latin typeface="Courier New"/>
              <a:ea typeface="Courier New"/>
              <a:cs typeface="Courier New"/>
              <a:sym typeface="Courier New"/>
            </a:endParaRPr>
          </a:p>
          <a:p>
            <a:pPr indent="-342900" lvl="0" marL="342900" rtl="0" algn="l">
              <a:spcBef>
                <a:spcPts val="400"/>
              </a:spcBef>
              <a:spcAft>
                <a:spcPts val="0"/>
              </a:spcAft>
              <a:buClr>
                <a:schemeClr val="dk1"/>
              </a:buClr>
              <a:buSzPts val="2000"/>
              <a:buChar char="•"/>
            </a:pPr>
            <a:r>
              <a:rPr b="1" lang="en-US" sz="2000">
                <a:latin typeface="Courier New"/>
                <a:ea typeface="Courier New"/>
                <a:cs typeface="Courier New"/>
                <a:sym typeface="Courier New"/>
              </a:rPr>
              <a:t>show ip ospf interface brief</a:t>
            </a:r>
            <a:endParaRPr sz="2000">
              <a:latin typeface="Courier New"/>
              <a:ea typeface="Courier New"/>
              <a:cs typeface="Courier New"/>
              <a:sym typeface="Courier New"/>
            </a:endParaRPr>
          </a:p>
          <a:p>
            <a:pPr indent="-342900" lvl="0" marL="342900" rtl="0" algn="l">
              <a:spcBef>
                <a:spcPts val="400"/>
              </a:spcBef>
              <a:spcAft>
                <a:spcPts val="0"/>
              </a:spcAft>
              <a:buClr>
                <a:schemeClr val="dk1"/>
              </a:buClr>
              <a:buSzPts val="2000"/>
              <a:buChar char="•"/>
            </a:pPr>
            <a:r>
              <a:rPr b="1" lang="en-US" sz="2000">
                <a:latin typeface="Courier New"/>
                <a:ea typeface="Courier New"/>
                <a:cs typeface="Courier New"/>
                <a:sym typeface="Courier New"/>
              </a:rPr>
              <a:t>show ip route ospf</a:t>
            </a:r>
            <a:endParaRPr sz="2000">
              <a:latin typeface="Courier New"/>
              <a:ea typeface="Courier New"/>
              <a:cs typeface="Courier New"/>
              <a:sym typeface="Courier New"/>
            </a:endParaRPr>
          </a:p>
          <a:p>
            <a:pPr indent="-342900" lvl="0" marL="342900" rtl="0" algn="l">
              <a:spcBef>
                <a:spcPts val="400"/>
              </a:spcBef>
              <a:spcAft>
                <a:spcPts val="0"/>
              </a:spcAft>
              <a:buClr>
                <a:schemeClr val="dk1"/>
              </a:buClr>
              <a:buSzPts val="2000"/>
              <a:buChar char="•"/>
            </a:pPr>
            <a:r>
              <a:rPr b="1" lang="en-US" sz="2000">
                <a:latin typeface="Courier New"/>
                <a:ea typeface="Courier New"/>
                <a:cs typeface="Courier New"/>
                <a:sym typeface="Courier New"/>
              </a:rPr>
              <a:t>show ip ospf database</a:t>
            </a:r>
            <a:r>
              <a:rPr lang="en-US" sz="2000"/>
              <a:t> </a:t>
            </a:r>
            <a:endParaRPr/>
          </a:p>
          <a:p>
            <a:pPr indent="-107950" lvl="1" marL="742950" rtl="0" algn="l">
              <a:spcBef>
                <a:spcPts val="560"/>
              </a:spcBef>
              <a:spcAft>
                <a:spcPts val="0"/>
              </a:spcAft>
              <a:buClr>
                <a:schemeClr val="dk1"/>
              </a:buClr>
              <a:buSzPts val="2800"/>
              <a:buNone/>
            </a:pPr>
            <a:r>
              <a:t/>
            </a:r>
            <a:endParaRPr/>
          </a:p>
        </p:txBody>
      </p:sp>
    </p:spTree>
  </p:cSld>
  <p:clrMapOvr>
    <a:masterClrMapping/>
  </p:clrMapOvr>
  <p:transition spd="med">
    <p:wipe dir="r"/>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Shohrab Hossain</dc:creator>
</cp:coreProperties>
</file>